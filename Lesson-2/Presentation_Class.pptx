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7" r:id="rId3"/>
    <p:sldId id="299" r:id="rId5"/>
    <p:sldId id="264" r:id="rId6"/>
    <p:sldId id="269" r:id="rId7"/>
    <p:sldId id="291" r:id="rId8"/>
    <p:sldId id="301" r:id="rId9"/>
    <p:sldId id="302" r:id="rId10"/>
    <p:sldId id="303" r:id="rId11"/>
    <p:sldId id="274" r:id="rId12"/>
    <p:sldId id="304" r:id="rId13"/>
    <p:sldId id="305" r:id="rId14"/>
    <p:sldId id="30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0A9"/>
    <a:srgbClr val="1614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0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32" y="3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5ED54-37BF-4A37-8AE3-4DA4C6C196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EA792-08B3-4A15-9729-343F8E6FD0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AEFA7-F12C-44B2-9E95-B3C34BEE95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AEFA7-F12C-44B2-9E95-B3C34BEE95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04205-67A0-46A8-ACF0-7354F2BB1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44C97-CFD8-4B1A-9809-75060EC224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034"/>
          <p:cNvPicPr>
            <a:picLocks noChangeAspect="1"/>
          </p:cNvPicPr>
          <p:nvPr/>
        </p:nvPicPr>
        <p:blipFill>
          <a:blip r:embed="rId1"/>
          <a:srcRect t="816"/>
          <a:stretch>
            <a:fillRect/>
          </a:stretch>
        </p:blipFill>
        <p:spPr>
          <a:xfrm>
            <a:off x="0" y="-11430"/>
            <a:ext cx="12192000" cy="6869430"/>
          </a:xfrm>
          <a:prstGeom prst="rect">
            <a:avLst/>
          </a:prstGeom>
        </p:spPr>
      </p:pic>
      <p:sp>
        <p:nvSpPr>
          <p:cNvPr id="25" name="任意多边形 107"/>
          <p:cNvSpPr/>
          <p:nvPr/>
        </p:nvSpPr>
        <p:spPr>
          <a:xfrm>
            <a:off x="0" y="0"/>
            <a:ext cx="9769475" cy="6858000"/>
          </a:xfrm>
          <a:custGeom>
            <a:avLst/>
            <a:gdLst>
              <a:gd name="connsiteX0" fmla="*/ 0 w 7899400"/>
              <a:gd name="connsiteY0" fmla="*/ 0 h 6858000"/>
              <a:gd name="connsiteX1" fmla="*/ 3409947 w 7899400"/>
              <a:gd name="connsiteY1" fmla="*/ 0 h 6858000"/>
              <a:gd name="connsiteX2" fmla="*/ 7899400 w 7899400"/>
              <a:gd name="connsiteY2" fmla="*/ 6858000 h 6858000"/>
              <a:gd name="connsiteX3" fmla="*/ 0 w 7899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9400" h="6858000">
                <a:moveTo>
                  <a:pt x="0" y="0"/>
                </a:moveTo>
                <a:lnTo>
                  <a:pt x="3409947" y="0"/>
                </a:lnTo>
                <a:lnTo>
                  <a:pt x="7899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E3A93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04800" y="2531745"/>
            <a:ext cx="607250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Input &amp; Output</a:t>
            </a:r>
            <a:endParaRPr lang="en-US" altLang="zh-CN" sz="6600" b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 C#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2" name="平行四边形 81"/>
          <p:cNvSpPr/>
          <p:nvPr/>
        </p:nvSpPr>
        <p:spPr>
          <a:xfrm flipH="1">
            <a:off x="6654800" y="2992755"/>
            <a:ext cx="3364230" cy="3865245"/>
          </a:xfrm>
          <a:prstGeom prst="parallelogram">
            <a:avLst>
              <a:gd name="adj" fmla="val 91551"/>
            </a:avLst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3" name="PA_文本框 10"/>
          <p:cNvSpPr txBox="1"/>
          <p:nvPr>
            <p:custDataLst>
              <p:tags r:id="rId2"/>
            </p:custDataLst>
          </p:nvPr>
        </p:nvSpPr>
        <p:spPr>
          <a:xfrm>
            <a:off x="1987550" y="6315075"/>
            <a:ext cx="5794375" cy="33083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Reporter: Shukirillaev Mukhammad     ID: 202438379</a:t>
            </a:r>
            <a:endParaRPr lang="en-US" altLang="zh-CN" sz="16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74700" y="6223000"/>
            <a:ext cx="508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_文本框 10"/>
          <p:cNvSpPr txBox="1"/>
          <p:nvPr>
            <p:custDataLst>
              <p:tags r:id="rId3"/>
            </p:custDataLst>
          </p:nvPr>
        </p:nvSpPr>
        <p:spPr>
          <a:xfrm>
            <a:off x="582930" y="4654550"/>
            <a:ext cx="6386830" cy="156845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Console.WriteLine()</a:t>
            </a:r>
            <a:endParaRPr lang="en-US" altLang="zh-CN" sz="32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32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&amp;</a:t>
            </a:r>
            <a:endParaRPr lang="en-US" altLang="zh-CN" sz="32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  <a:p>
            <a:pPr algn="r"/>
            <a:r>
              <a:rPr lang="en-US" altLang="zh-CN" sz="3200" dirty="0">
                <a:solidFill>
                  <a:schemeClr val="bg1"/>
                </a:solidFill>
                <a:latin typeface="Century Gothic" panose="020B0502020202020204" pitchFamily="34" charset="0"/>
                <a:ea typeface="Microsoft YaHei" panose="020B0503020204020204" pitchFamily="34" charset="-122"/>
              </a:rPr>
              <a:t>Console.ReadLine()</a:t>
            </a:r>
            <a:endParaRPr lang="en-US" altLang="zh-CN" sz="3200" dirty="0">
              <a:solidFill>
                <a:schemeClr val="bg1"/>
              </a:solidFill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ṡľïḑè"/>
          <p:cNvSpPr txBox="1"/>
          <p:nvPr/>
        </p:nvSpPr>
        <p:spPr bwMode="auto">
          <a:xfrm>
            <a:off x="3510784" y="1780800"/>
            <a:ext cx="8009703" cy="4003616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90204" pitchFamily="34" charset="0"/>
                <a:ea typeface="Microsoft YaHei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90204" pitchFamily="34" charset="0"/>
                <a:ea typeface="SimHei" panose="02010609060101010101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What is Input and Output?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Console Class Overview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Console.WriteLine() 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(</a:t>
            </a:r>
            <a:r>
              <a:rPr lang="en-US" altLang="zh-CN" sz="2000" b="0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with some examples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)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Console.Readline() 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(</a:t>
            </a:r>
            <a:r>
              <a:rPr lang="en-US" altLang="zh-CN" sz="2000" b="0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with some examples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)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Combination of Console.WriteLine() and Console.ReadLine()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sym typeface="+mn-lt"/>
              </a:rPr>
              <a:t>Fun little Q&amp;A</a:t>
            </a:r>
            <a:endParaRPr lang="en-US" altLang="zh-CN" sz="2400" b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380411" y="1780800"/>
            <a:ext cx="0" cy="4003616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išľïḋé"/>
          <p:cNvSpPr txBox="1"/>
          <p:nvPr/>
        </p:nvSpPr>
        <p:spPr>
          <a:xfrm>
            <a:off x="757282" y="1700808"/>
            <a:ext cx="26230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tr-TR" sz="2800" b="1" dirty="0">
                <a:solidFill>
                  <a:schemeClr val="accent1"/>
                </a:solidFill>
                <a:cs typeface="+mn-ea"/>
                <a:sym typeface="+mn-lt"/>
              </a:rPr>
              <a:t>CONTENTS</a:t>
            </a:r>
            <a:endParaRPr lang="tr-TR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" name="poetry_91022"/>
          <p:cNvSpPr>
            <a:spLocks noChangeAspect="1"/>
          </p:cNvSpPr>
          <p:nvPr/>
        </p:nvSpPr>
        <p:spPr bwMode="auto">
          <a:xfrm>
            <a:off x="2379533" y="4867348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6088" y="475991"/>
            <a:ext cx="3284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lt"/>
              </a:rPr>
              <a:t>What is Input and Output?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TextBox 9"/>
          <p:cNvSpPr txBox="1"/>
          <p:nvPr/>
        </p:nvSpPr>
        <p:spPr>
          <a:xfrm>
            <a:off x="1440180" y="1134110"/>
            <a:ext cx="2590800" cy="9639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dirty="0">
                <a:latin typeface="Century Gothic" panose="020B0502020202020204" pitchFamily="34" charset="0"/>
                <a:ea typeface="Montserrat" panose="00000500000000000000" charset="0"/>
                <a:cs typeface="Montserrat" panose="00000500000000000000" charset="0"/>
              </a:rPr>
              <a:t>Input</a:t>
            </a:r>
            <a:endParaRPr lang="en-US" sz="4400" dirty="0">
              <a:solidFill>
                <a:schemeClr val="accent1"/>
              </a:solidFill>
              <a:latin typeface="Century Gothic" panose="020B0502020202020204" pitchFamily="34" charset="0"/>
              <a:ea typeface="Montserrat" panose="00000500000000000000" charset="0"/>
              <a:cs typeface="Montserrat" panose="00000500000000000000" charset="0"/>
            </a:endParaRPr>
          </a:p>
        </p:txBody>
      </p:sp>
      <p:sp>
        <p:nvSpPr>
          <p:cNvPr id="40" name="TextBox 12"/>
          <p:cNvSpPr txBox="1"/>
          <p:nvPr/>
        </p:nvSpPr>
        <p:spPr>
          <a:xfrm>
            <a:off x="745849" y="1991754"/>
            <a:ext cx="36451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 / information received by a </a:t>
            </a:r>
            <a:r>
              <a:rPr lang="en-US" altLang="en-US" sz="1600" b="1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program</a:t>
            </a: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en-US" sz="24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the user</a:t>
            </a:r>
            <a:endParaRPr lang="en-US" altLang="en-US" sz="2400" dirty="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1" name="Straight Connector 13"/>
          <p:cNvCxnSpPr/>
          <p:nvPr/>
        </p:nvCxnSpPr>
        <p:spPr>
          <a:xfrm>
            <a:off x="879679" y="6158533"/>
            <a:ext cx="4355261" cy="0"/>
          </a:xfrm>
          <a:prstGeom prst="line">
            <a:avLst/>
          </a:prstGeom>
          <a:ln w="3810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14"/>
          <p:cNvCxnSpPr/>
          <p:nvPr/>
        </p:nvCxnSpPr>
        <p:spPr>
          <a:xfrm>
            <a:off x="5224054" y="6158533"/>
            <a:ext cx="771911" cy="0"/>
          </a:xfrm>
          <a:prstGeom prst="line">
            <a:avLst/>
          </a:prstGeom>
          <a:ln w="38100">
            <a:solidFill>
              <a:srgbClr val="40A6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9"/>
          <p:cNvSpPr txBox="1"/>
          <p:nvPr/>
        </p:nvSpPr>
        <p:spPr>
          <a:xfrm>
            <a:off x="7780020" y="1134110"/>
            <a:ext cx="2590800" cy="963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ctr">
              <a:lnSpc>
                <a:spcPct val="90000"/>
              </a:lnSpc>
            </a:pPr>
            <a:r>
              <a:rPr lang="en-US" sz="4400" dirty="0">
                <a:latin typeface="Century Gothic" panose="020B0502020202020204" pitchFamily="34" charset="0"/>
                <a:ea typeface="Montserrat" panose="00000500000000000000" charset="0"/>
                <a:cs typeface="Montserrat" panose="00000500000000000000" charset="0"/>
              </a:rPr>
              <a:t>Output</a:t>
            </a:r>
            <a:endParaRPr lang="en-US" sz="4400" dirty="0">
              <a:solidFill>
                <a:schemeClr val="accent1"/>
              </a:solidFill>
              <a:latin typeface="Century Gothic" panose="020B0502020202020204" pitchFamily="34" charset="0"/>
              <a:ea typeface="Montserrat" panose="00000500000000000000" charset="0"/>
              <a:cs typeface="Montserrat" panose="00000500000000000000" charset="0"/>
            </a:endParaRPr>
          </a:p>
        </p:txBody>
      </p:sp>
      <p:pic>
        <p:nvPicPr>
          <p:cNvPr id="6" name="Picture 5" descr="computer-keyboard-229964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20" y="3298825"/>
            <a:ext cx="2367915" cy="1580515"/>
          </a:xfrm>
          <a:prstGeom prst="rect">
            <a:avLst/>
          </a:prstGeom>
        </p:spPr>
      </p:pic>
      <p:pic>
        <p:nvPicPr>
          <p:cNvPr id="9" name="Picture 8" descr="Screenshot 2025-09-20 at 4.16.45 PM"/>
          <p:cNvPicPr>
            <a:picLocks noChangeAspect="1"/>
          </p:cNvPicPr>
          <p:nvPr/>
        </p:nvPicPr>
        <p:blipFill>
          <a:blip r:embed="rId2"/>
          <a:srcRect l="9958" t="9005"/>
          <a:stretch>
            <a:fillRect/>
          </a:stretch>
        </p:blipFill>
        <p:spPr>
          <a:xfrm>
            <a:off x="3698240" y="3298825"/>
            <a:ext cx="1090930" cy="1161415"/>
          </a:xfrm>
          <a:prstGeom prst="rect">
            <a:avLst/>
          </a:prstGeom>
        </p:spPr>
      </p:pic>
      <p:sp>
        <p:nvSpPr>
          <p:cNvPr id="10" name="TextBox 12"/>
          <p:cNvSpPr txBox="1"/>
          <p:nvPr/>
        </p:nvSpPr>
        <p:spPr>
          <a:xfrm>
            <a:off x="6838674" y="1859039"/>
            <a:ext cx="36451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 sent by a </a:t>
            </a:r>
            <a:r>
              <a:rPr lang="en-US" altLang="en-US" sz="1600" b="1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program</a:t>
            </a: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en-US" sz="2400" dirty="0">
                <a:solidFill>
                  <a:schemeClr val="tx1">
                    <a:alpha val="6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 the user</a:t>
            </a:r>
            <a:endParaRPr lang="en-US" altLang="en-US" sz="2400" dirty="0">
              <a:solidFill>
                <a:schemeClr val="tx1">
                  <a:alpha val="6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Picture 11" descr="M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65" y="4500880"/>
            <a:ext cx="1577975" cy="1577975"/>
          </a:xfrm>
          <a:prstGeom prst="rect">
            <a:avLst/>
          </a:prstGeom>
        </p:spPr>
      </p:pic>
      <p:pic>
        <p:nvPicPr>
          <p:cNvPr id="13" name="Picture 12" descr="photo-1593640408182-31c70c8268f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295" y="3021330"/>
            <a:ext cx="4551045" cy="313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-131083" y="1290320"/>
            <a:ext cx="7564017" cy="46329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6088" y="399156"/>
            <a:ext cx="309435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lnSpc>
                <a:spcPct val="150000"/>
              </a:lnSpc>
              <a:buFont typeface="+mj-lt"/>
              <a:buNone/>
            </a:pPr>
            <a:r>
              <a:rPr lang="en-US" altLang="zh-CN" sz="2000" b="1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lt"/>
              </a:rPr>
              <a:t>Console Class Overview</a:t>
            </a:r>
            <a:endParaRPr lang="en-US" altLang="zh-CN" sz="2000" b="1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 flipH="1" flipV="1">
            <a:off x="7166303" y="1991473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866380" y="2066925"/>
            <a:ext cx="3800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424242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It is part of </a:t>
            </a:r>
            <a:r>
              <a:rPr lang="en-US" altLang="zh-CN" sz="1600" b="1" i="1">
                <a:solidFill>
                  <a:srgbClr val="424242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System</a:t>
            </a:r>
            <a:r>
              <a:rPr lang="en-US" altLang="zh-CN" sz="1600" b="1">
                <a:solidFill>
                  <a:srgbClr val="424242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namespace</a:t>
            </a:r>
            <a:endParaRPr lang="en-US" altLang="zh-CN" sz="1600" b="1">
              <a:solidFill>
                <a:srgbClr val="424242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 flipV="1">
            <a:off x="7164540" y="3222364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 flipH="1" flipV="1">
            <a:off x="7166303" y="4453253"/>
            <a:ext cx="564370" cy="564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Freeform 92"/>
          <p:cNvSpPr>
            <a:spLocks noChangeArrowheads="1"/>
          </p:cNvSpPr>
          <p:nvPr/>
        </p:nvSpPr>
        <p:spPr bwMode="auto">
          <a:xfrm>
            <a:off x="7340716" y="4594249"/>
            <a:ext cx="215544" cy="282378"/>
          </a:xfrm>
          <a:custGeom>
            <a:avLst/>
            <a:gdLst>
              <a:gd name="T0" fmla="*/ 143373 w 472"/>
              <a:gd name="T1" fmla="*/ 26330 h 619"/>
              <a:gd name="T2" fmla="*/ 143373 w 472"/>
              <a:gd name="T3" fmla="*/ 26330 h 619"/>
              <a:gd name="T4" fmla="*/ 127482 w 472"/>
              <a:gd name="T5" fmla="*/ 26330 h 619"/>
              <a:gd name="T6" fmla="*/ 84868 w 472"/>
              <a:gd name="T7" fmla="*/ 0 h 619"/>
              <a:gd name="T8" fmla="*/ 42253 w 472"/>
              <a:gd name="T9" fmla="*/ 26330 h 619"/>
              <a:gd name="T10" fmla="*/ 26363 w 472"/>
              <a:gd name="T11" fmla="*/ 26330 h 619"/>
              <a:gd name="T12" fmla="*/ 0 w 472"/>
              <a:gd name="T13" fmla="*/ 53021 h 619"/>
              <a:gd name="T14" fmla="*/ 0 w 472"/>
              <a:gd name="T15" fmla="*/ 196214 h 619"/>
              <a:gd name="T16" fmla="*/ 26363 w 472"/>
              <a:gd name="T17" fmla="*/ 222904 h 619"/>
              <a:gd name="T18" fmla="*/ 143373 w 472"/>
              <a:gd name="T19" fmla="*/ 222904 h 619"/>
              <a:gd name="T20" fmla="*/ 170097 w 472"/>
              <a:gd name="T21" fmla="*/ 196214 h 619"/>
              <a:gd name="T22" fmla="*/ 170097 w 472"/>
              <a:gd name="T23" fmla="*/ 53021 h 619"/>
              <a:gd name="T24" fmla="*/ 143373 w 472"/>
              <a:gd name="T25" fmla="*/ 26330 h 619"/>
              <a:gd name="T26" fmla="*/ 84868 w 472"/>
              <a:gd name="T27" fmla="*/ 10460 h 619"/>
              <a:gd name="T28" fmla="*/ 84868 w 472"/>
              <a:gd name="T29" fmla="*/ 10460 h 619"/>
              <a:gd name="T30" fmla="*/ 111592 w 472"/>
              <a:gd name="T31" fmla="*/ 26330 h 619"/>
              <a:gd name="T32" fmla="*/ 58505 w 472"/>
              <a:gd name="T33" fmla="*/ 26330 h 619"/>
              <a:gd name="T34" fmla="*/ 84868 w 472"/>
              <a:gd name="T35" fmla="*/ 10460 h 619"/>
              <a:gd name="T36" fmla="*/ 153846 w 472"/>
              <a:gd name="T37" fmla="*/ 196214 h 619"/>
              <a:gd name="T38" fmla="*/ 153846 w 472"/>
              <a:gd name="T39" fmla="*/ 196214 h 619"/>
              <a:gd name="T40" fmla="*/ 143373 w 472"/>
              <a:gd name="T41" fmla="*/ 212444 h 619"/>
              <a:gd name="T42" fmla="*/ 26363 w 472"/>
              <a:gd name="T43" fmla="*/ 212444 h 619"/>
              <a:gd name="T44" fmla="*/ 15890 w 472"/>
              <a:gd name="T45" fmla="*/ 196214 h 619"/>
              <a:gd name="T46" fmla="*/ 15890 w 472"/>
              <a:gd name="T47" fmla="*/ 180343 h 619"/>
              <a:gd name="T48" fmla="*/ 153846 w 472"/>
              <a:gd name="T49" fmla="*/ 180343 h 619"/>
              <a:gd name="T50" fmla="*/ 153846 w 472"/>
              <a:gd name="T51" fmla="*/ 196214 h 619"/>
              <a:gd name="T52" fmla="*/ 153846 w 472"/>
              <a:gd name="T53" fmla="*/ 169883 h 619"/>
              <a:gd name="T54" fmla="*/ 153846 w 472"/>
              <a:gd name="T55" fmla="*/ 169883 h 619"/>
              <a:gd name="T56" fmla="*/ 15890 w 472"/>
              <a:gd name="T57" fmla="*/ 169883 h 619"/>
              <a:gd name="T58" fmla="*/ 15890 w 472"/>
              <a:gd name="T59" fmla="*/ 53021 h 619"/>
              <a:gd name="T60" fmla="*/ 26363 w 472"/>
              <a:gd name="T61" fmla="*/ 42561 h 619"/>
              <a:gd name="T62" fmla="*/ 42253 w 472"/>
              <a:gd name="T63" fmla="*/ 42561 h 619"/>
              <a:gd name="T64" fmla="*/ 42253 w 472"/>
              <a:gd name="T65" fmla="*/ 84761 h 619"/>
              <a:gd name="T66" fmla="*/ 58505 w 472"/>
              <a:gd name="T67" fmla="*/ 84761 h 619"/>
              <a:gd name="T68" fmla="*/ 58505 w 472"/>
              <a:gd name="T69" fmla="*/ 42561 h 619"/>
              <a:gd name="T70" fmla="*/ 111592 w 472"/>
              <a:gd name="T71" fmla="*/ 42561 h 619"/>
              <a:gd name="T72" fmla="*/ 111592 w 472"/>
              <a:gd name="T73" fmla="*/ 84761 h 619"/>
              <a:gd name="T74" fmla="*/ 127482 w 472"/>
              <a:gd name="T75" fmla="*/ 84761 h 619"/>
              <a:gd name="T76" fmla="*/ 127482 w 472"/>
              <a:gd name="T77" fmla="*/ 42561 h 619"/>
              <a:gd name="T78" fmla="*/ 143373 w 472"/>
              <a:gd name="T79" fmla="*/ 42561 h 619"/>
              <a:gd name="T80" fmla="*/ 153846 w 472"/>
              <a:gd name="T81" fmla="*/ 53021 h 619"/>
              <a:gd name="T82" fmla="*/ 153846 w 472"/>
              <a:gd name="T83" fmla="*/ 169883 h 61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472" h="619">
                <a:moveTo>
                  <a:pt x="397" y="73"/>
                </a:moveTo>
                <a:lnTo>
                  <a:pt x="397" y="73"/>
                </a:lnTo>
                <a:cubicBezTo>
                  <a:pt x="353" y="73"/>
                  <a:pt x="353" y="73"/>
                  <a:pt x="353" y="73"/>
                </a:cubicBezTo>
                <a:cubicBezTo>
                  <a:pt x="353" y="29"/>
                  <a:pt x="294" y="0"/>
                  <a:pt x="235" y="0"/>
                </a:cubicBezTo>
                <a:cubicBezTo>
                  <a:pt x="176" y="0"/>
                  <a:pt x="117" y="29"/>
                  <a:pt x="117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29" y="73"/>
                  <a:pt x="0" y="103"/>
                  <a:pt x="0" y="147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9"/>
                  <a:pt x="29" y="618"/>
                  <a:pt x="73" y="618"/>
                </a:cubicBezTo>
                <a:cubicBezTo>
                  <a:pt x="397" y="618"/>
                  <a:pt x="397" y="618"/>
                  <a:pt x="397" y="618"/>
                </a:cubicBezTo>
                <a:cubicBezTo>
                  <a:pt x="441" y="618"/>
                  <a:pt x="471" y="589"/>
                  <a:pt x="471" y="544"/>
                </a:cubicBezTo>
                <a:cubicBezTo>
                  <a:pt x="471" y="147"/>
                  <a:pt x="471" y="147"/>
                  <a:pt x="471" y="147"/>
                </a:cubicBezTo>
                <a:cubicBezTo>
                  <a:pt x="471" y="103"/>
                  <a:pt x="441" y="73"/>
                  <a:pt x="397" y="73"/>
                </a:cubicBezTo>
                <a:close/>
                <a:moveTo>
                  <a:pt x="235" y="29"/>
                </a:moveTo>
                <a:lnTo>
                  <a:pt x="235" y="29"/>
                </a:lnTo>
                <a:cubicBezTo>
                  <a:pt x="279" y="29"/>
                  <a:pt x="309" y="44"/>
                  <a:pt x="309" y="73"/>
                </a:cubicBezTo>
                <a:cubicBezTo>
                  <a:pt x="162" y="73"/>
                  <a:pt x="162" y="73"/>
                  <a:pt x="162" y="73"/>
                </a:cubicBezTo>
                <a:cubicBezTo>
                  <a:pt x="162" y="44"/>
                  <a:pt x="191" y="29"/>
                  <a:pt x="235" y="29"/>
                </a:cubicBezTo>
                <a:close/>
                <a:moveTo>
                  <a:pt x="426" y="544"/>
                </a:moveTo>
                <a:lnTo>
                  <a:pt x="426" y="544"/>
                </a:lnTo>
                <a:cubicBezTo>
                  <a:pt x="426" y="559"/>
                  <a:pt x="412" y="589"/>
                  <a:pt x="39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59"/>
                  <a:pt x="44" y="544"/>
                </a:cubicBezTo>
                <a:cubicBezTo>
                  <a:pt x="44" y="500"/>
                  <a:pt x="44" y="500"/>
                  <a:pt x="44" y="500"/>
                </a:cubicBezTo>
                <a:cubicBezTo>
                  <a:pt x="426" y="500"/>
                  <a:pt x="426" y="500"/>
                  <a:pt x="426" y="500"/>
                </a:cubicBezTo>
                <a:lnTo>
                  <a:pt x="426" y="544"/>
                </a:lnTo>
                <a:close/>
                <a:moveTo>
                  <a:pt x="426" y="471"/>
                </a:moveTo>
                <a:lnTo>
                  <a:pt x="426" y="471"/>
                </a:lnTo>
                <a:cubicBezTo>
                  <a:pt x="44" y="471"/>
                  <a:pt x="44" y="471"/>
                  <a:pt x="44" y="471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2"/>
                  <a:pt x="58" y="118"/>
                  <a:pt x="73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17" y="235"/>
                  <a:pt x="117" y="235"/>
                  <a:pt x="117" y="235"/>
                </a:cubicBezTo>
                <a:cubicBezTo>
                  <a:pt x="162" y="235"/>
                  <a:pt x="162" y="235"/>
                  <a:pt x="162" y="235"/>
                </a:cubicBezTo>
                <a:cubicBezTo>
                  <a:pt x="162" y="118"/>
                  <a:pt x="162" y="118"/>
                  <a:pt x="162" y="118"/>
                </a:cubicBezTo>
                <a:cubicBezTo>
                  <a:pt x="309" y="118"/>
                  <a:pt x="309" y="118"/>
                  <a:pt x="309" y="118"/>
                </a:cubicBezTo>
                <a:cubicBezTo>
                  <a:pt x="309" y="235"/>
                  <a:pt x="309" y="235"/>
                  <a:pt x="309" y="235"/>
                </a:cubicBezTo>
                <a:cubicBezTo>
                  <a:pt x="353" y="235"/>
                  <a:pt x="353" y="235"/>
                  <a:pt x="353" y="235"/>
                </a:cubicBezTo>
                <a:cubicBezTo>
                  <a:pt x="353" y="118"/>
                  <a:pt x="353" y="118"/>
                  <a:pt x="353" y="118"/>
                </a:cubicBezTo>
                <a:cubicBezTo>
                  <a:pt x="397" y="118"/>
                  <a:pt x="397" y="118"/>
                  <a:pt x="397" y="118"/>
                </a:cubicBezTo>
                <a:cubicBezTo>
                  <a:pt x="412" y="118"/>
                  <a:pt x="426" y="132"/>
                  <a:pt x="426" y="147"/>
                </a:cubicBezTo>
                <a:lnTo>
                  <a:pt x="426" y="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9" name="Freeform 95"/>
          <p:cNvSpPr>
            <a:spLocks noChangeArrowheads="1"/>
          </p:cNvSpPr>
          <p:nvPr/>
        </p:nvSpPr>
        <p:spPr bwMode="auto">
          <a:xfrm>
            <a:off x="7310548" y="3390091"/>
            <a:ext cx="280708" cy="228912"/>
          </a:xfrm>
          <a:custGeom>
            <a:avLst/>
            <a:gdLst>
              <a:gd name="T0" fmla="*/ 216253 w 619"/>
              <a:gd name="T1" fmla="*/ 42267 h 501"/>
              <a:gd name="T2" fmla="*/ 184694 w 619"/>
              <a:gd name="T3" fmla="*/ 10477 h 501"/>
              <a:gd name="T4" fmla="*/ 211232 w 619"/>
              <a:gd name="T5" fmla="*/ 5058 h 501"/>
              <a:gd name="T6" fmla="*/ 174293 w 619"/>
              <a:gd name="T7" fmla="*/ 0 h 501"/>
              <a:gd name="T8" fmla="*/ 68498 w 619"/>
              <a:gd name="T9" fmla="*/ 42267 h 501"/>
              <a:gd name="T10" fmla="*/ 21159 w 619"/>
              <a:gd name="T11" fmla="*/ 0 h 501"/>
              <a:gd name="T12" fmla="*/ 21159 w 619"/>
              <a:gd name="T13" fmla="*/ 10477 h 501"/>
              <a:gd name="T14" fmla="*/ 52718 w 619"/>
              <a:gd name="T15" fmla="*/ 42267 h 501"/>
              <a:gd name="T16" fmla="*/ 0 w 619"/>
              <a:gd name="T17" fmla="*/ 47686 h 501"/>
              <a:gd name="T18" fmla="*/ 10400 w 619"/>
              <a:gd name="T19" fmla="*/ 53105 h 501"/>
              <a:gd name="T20" fmla="*/ 47339 w 619"/>
              <a:gd name="T21" fmla="*/ 180630 h 501"/>
              <a:gd name="T22" fmla="*/ 195452 w 619"/>
              <a:gd name="T23" fmla="*/ 153897 h 501"/>
              <a:gd name="T24" fmla="*/ 216253 w 619"/>
              <a:gd name="T25" fmla="*/ 53105 h 501"/>
              <a:gd name="T26" fmla="*/ 216253 w 619"/>
              <a:gd name="T27" fmla="*/ 42267 h 501"/>
              <a:gd name="T28" fmla="*/ 68498 w 619"/>
              <a:gd name="T29" fmla="*/ 170153 h 501"/>
              <a:gd name="T30" fmla="*/ 31559 w 619"/>
              <a:gd name="T31" fmla="*/ 153897 h 501"/>
              <a:gd name="T32" fmla="*/ 68498 w 619"/>
              <a:gd name="T33" fmla="*/ 138001 h 501"/>
              <a:gd name="T34" fmla="*/ 68498 w 619"/>
              <a:gd name="T35" fmla="*/ 127525 h 501"/>
              <a:gd name="T36" fmla="*/ 31559 w 619"/>
              <a:gd name="T37" fmla="*/ 127525 h 501"/>
              <a:gd name="T38" fmla="*/ 68498 w 619"/>
              <a:gd name="T39" fmla="*/ 95373 h 501"/>
              <a:gd name="T40" fmla="*/ 68498 w 619"/>
              <a:gd name="T41" fmla="*/ 84896 h 501"/>
              <a:gd name="T42" fmla="*/ 26180 w 619"/>
              <a:gd name="T43" fmla="*/ 84896 h 501"/>
              <a:gd name="T44" fmla="*/ 68498 w 619"/>
              <a:gd name="T45" fmla="*/ 53105 h 501"/>
              <a:gd name="T46" fmla="*/ 137355 w 619"/>
              <a:gd name="T47" fmla="*/ 170153 h 501"/>
              <a:gd name="T48" fmla="*/ 84636 w 619"/>
              <a:gd name="T49" fmla="*/ 170153 h 501"/>
              <a:gd name="T50" fmla="*/ 137355 w 619"/>
              <a:gd name="T51" fmla="*/ 138001 h 501"/>
              <a:gd name="T52" fmla="*/ 137355 w 619"/>
              <a:gd name="T53" fmla="*/ 127525 h 501"/>
              <a:gd name="T54" fmla="*/ 84636 w 619"/>
              <a:gd name="T55" fmla="*/ 127525 h 501"/>
              <a:gd name="T56" fmla="*/ 137355 w 619"/>
              <a:gd name="T57" fmla="*/ 95373 h 501"/>
              <a:gd name="T58" fmla="*/ 137355 w 619"/>
              <a:gd name="T59" fmla="*/ 84896 h 501"/>
              <a:gd name="T60" fmla="*/ 84636 w 619"/>
              <a:gd name="T61" fmla="*/ 84896 h 501"/>
              <a:gd name="T62" fmla="*/ 137355 w 619"/>
              <a:gd name="T63" fmla="*/ 53105 h 501"/>
              <a:gd name="T64" fmla="*/ 179314 w 619"/>
              <a:gd name="T65" fmla="*/ 153897 h 501"/>
              <a:gd name="T66" fmla="*/ 168914 w 619"/>
              <a:gd name="T67" fmla="*/ 170153 h 501"/>
              <a:gd name="T68" fmla="*/ 153134 w 619"/>
              <a:gd name="T69" fmla="*/ 138001 h 501"/>
              <a:gd name="T70" fmla="*/ 179314 w 619"/>
              <a:gd name="T71" fmla="*/ 153897 h 501"/>
              <a:gd name="T72" fmla="*/ 184694 w 619"/>
              <a:gd name="T73" fmla="*/ 127525 h 501"/>
              <a:gd name="T74" fmla="*/ 153134 w 619"/>
              <a:gd name="T75" fmla="*/ 95373 h 501"/>
              <a:gd name="T76" fmla="*/ 184694 w 619"/>
              <a:gd name="T77" fmla="*/ 127525 h 501"/>
              <a:gd name="T78" fmla="*/ 190073 w 619"/>
              <a:gd name="T79" fmla="*/ 84896 h 501"/>
              <a:gd name="T80" fmla="*/ 153134 w 619"/>
              <a:gd name="T81" fmla="*/ 53105 h 501"/>
              <a:gd name="T82" fmla="*/ 190073 w 619"/>
              <a:gd name="T83" fmla="*/ 84896 h 50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19" h="501">
                <a:moveTo>
                  <a:pt x="603" y="117"/>
                </a:moveTo>
                <a:lnTo>
                  <a:pt x="603" y="117"/>
                </a:lnTo>
                <a:cubicBezTo>
                  <a:pt x="471" y="117"/>
                  <a:pt x="471" y="117"/>
                  <a:pt x="471" y="117"/>
                </a:cubicBezTo>
                <a:cubicBezTo>
                  <a:pt x="515" y="29"/>
                  <a:pt x="515" y="29"/>
                  <a:pt x="515" y="29"/>
                </a:cubicBezTo>
                <a:cubicBezTo>
                  <a:pt x="559" y="29"/>
                  <a:pt x="559" y="29"/>
                  <a:pt x="559" y="29"/>
                </a:cubicBezTo>
                <a:cubicBezTo>
                  <a:pt x="574" y="29"/>
                  <a:pt x="589" y="29"/>
                  <a:pt x="589" y="14"/>
                </a:cubicBezTo>
                <a:cubicBezTo>
                  <a:pt x="589" y="0"/>
                  <a:pt x="574" y="0"/>
                  <a:pt x="559" y="0"/>
                </a:cubicBezTo>
                <a:cubicBezTo>
                  <a:pt x="486" y="0"/>
                  <a:pt x="486" y="0"/>
                  <a:pt x="486" y="0"/>
                </a:cubicBezTo>
                <a:cubicBezTo>
                  <a:pt x="427" y="117"/>
                  <a:pt x="427" y="117"/>
                  <a:pt x="427" y="117"/>
                </a:cubicBezTo>
                <a:cubicBezTo>
                  <a:pt x="191" y="117"/>
                  <a:pt x="191" y="117"/>
                  <a:pt x="191" y="117"/>
                </a:cubicBezTo>
                <a:cubicBezTo>
                  <a:pt x="132" y="0"/>
                  <a:pt x="132" y="0"/>
                  <a:pt x="132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44" y="0"/>
                  <a:pt x="29" y="0"/>
                  <a:pt x="29" y="14"/>
                </a:cubicBezTo>
                <a:cubicBezTo>
                  <a:pt x="29" y="29"/>
                  <a:pt x="44" y="29"/>
                  <a:pt x="59" y="29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47" y="117"/>
                  <a:pt x="147" y="117"/>
                  <a:pt x="147" y="117"/>
                </a:cubicBezTo>
                <a:cubicBezTo>
                  <a:pt x="15" y="117"/>
                  <a:pt x="15" y="117"/>
                  <a:pt x="15" y="117"/>
                </a:cubicBezTo>
                <a:cubicBezTo>
                  <a:pt x="0" y="117"/>
                  <a:pt x="0" y="117"/>
                  <a:pt x="0" y="132"/>
                </a:cubicBezTo>
                <a:cubicBezTo>
                  <a:pt x="0" y="147"/>
                  <a:pt x="0" y="147"/>
                  <a:pt x="15" y="147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59" y="426"/>
                  <a:pt x="59" y="426"/>
                  <a:pt x="59" y="426"/>
                </a:cubicBezTo>
                <a:cubicBezTo>
                  <a:pt x="59" y="471"/>
                  <a:pt x="88" y="500"/>
                  <a:pt x="132" y="500"/>
                </a:cubicBezTo>
                <a:cubicBezTo>
                  <a:pt x="471" y="500"/>
                  <a:pt x="471" y="500"/>
                  <a:pt x="471" y="500"/>
                </a:cubicBezTo>
                <a:cubicBezTo>
                  <a:pt x="515" y="500"/>
                  <a:pt x="545" y="471"/>
                  <a:pt x="545" y="426"/>
                </a:cubicBezTo>
                <a:cubicBezTo>
                  <a:pt x="589" y="147"/>
                  <a:pt x="589" y="147"/>
                  <a:pt x="589" y="147"/>
                </a:cubicBezTo>
                <a:cubicBezTo>
                  <a:pt x="603" y="147"/>
                  <a:pt x="603" y="147"/>
                  <a:pt x="603" y="147"/>
                </a:cubicBezTo>
                <a:cubicBezTo>
                  <a:pt x="618" y="147"/>
                  <a:pt x="618" y="147"/>
                  <a:pt x="618" y="132"/>
                </a:cubicBezTo>
                <a:cubicBezTo>
                  <a:pt x="618" y="117"/>
                  <a:pt x="618" y="117"/>
                  <a:pt x="603" y="117"/>
                </a:cubicBezTo>
                <a:close/>
                <a:moveTo>
                  <a:pt x="191" y="471"/>
                </a:moveTo>
                <a:lnTo>
                  <a:pt x="191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88" y="441"/>
                  <a:pt x="88" y="426"/>
                </a:cubicBezTo>
                <a:cubicBezTo>
                  <a:pt x="88" y="382"/>
                  <a:pt x="88" y="382"/>
                  <a:pt x="88" y="382"/>
                </a:cubicBezTo>
                <a:cubicBezTo>
                  <a:pt x="191" y="382"/>
                  <a:pt x="191" y="382"/>
                  <a:pt x="191" y="382"/>
                </a:cubicBezTo>
                <a:lnTo>
                  <a:pt x="191" y="471"/>
                </a:lnTo>
                <a:close/>
                <a:moveTo>
                  <a:pt x="191" y="353"/>
                </a:moveTo>
                <a:lnTo>
                  <a:pt x="191" y="353"/>
                </a:lnTo>
                <a:cubicBezTo>
                  <a:pt x="88" y="353"/>
                  <a:pt x="88" y="353"/>
                  <a:pt x="88" y="353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191" y="264"/>
                  <a:pt x="191" y="264"/>
                  <a:pt x="191" y="264"/>
                </a:cubicBezTo>
                <a:lnTo>
                  <a:pt x="191" y="353"/>
                </a:lnTo>
                <a:close/>
                <a:moveTo>
                  <a:pt x="191" y="235"/>
                </a:moveTo>
                <a:lnTo>
                  <a:pt x="191" y="235"/>
                </a:lnTo>
                <a:cubicBezTo>
                  <a:pt x="73" y="235"/>
                  <a:pt x="73" y="235"/>
                  <a:pt x="73" y="235"/>
                </a:cubicBezTo>
                <a:cubicBezTo>
                  <a:pt x="73" y="147"/>
                  <a:pt x="73" y="147"/>
                  <a:pt x="73" y="147"/>
                </a:cubicBezTo>
                <a:cubicBezTo>
                  <a:pt x="191" y="147"/>
                  <a:pt x="191" y="147"/>
                  <a:pt x="191" y="147"/>
                </a:cubicBezTo>
                <a:lnTo>
                  <a:pt x="191" y="235"/>
                </a:lnTo>
                <a:close/>
                <a:moveTo>
                  <a:pt x="383" y="471"/>
                </a:moveTo>
                <a:lnTo>
                  <a:pt x="383" y="471"/>
                </a:lnTo>
                <a:cubicBezTo>
                  <a:pt x="236" y="471"/>
                  <a:pt x="236" y="471"/>
                  <a:pt x="236" y="471"/>
                </a:cubicBezTo>
                <a:cubicBezTo>
                  <a:pt x="236" y="382"/>
                  <a:pt x="236" y="382"/>
                  <a:pt x="236" y="382"/>
                </a:cubicBezTo>
                <a:cubicBezTo>
                  <a:pt x="383" y="382"/>
                  <a:pt x="383" y="382"/>
                  <a:pt x="383" y="382"/>
                </a:cubicBezTo>
                <a:lnTo>
                  <a:pt x="383" y="471"/>
                </a:lnTo>
                <a:close/>
                <a:moveTo>
                  <a:pt x="383" y="353"/>
                </a:moveTo>
                <a:lnTo>
                  <a:pt x="383" y="353"/>
                </a:lnTo>
                <a:cubicBezTo>
                  <a:pt x="236" y="353"/>
                  <a:pt x="236" y="353"/>
                  <a:pt x="236" y="353"/>
                </a:cubicBezTo>
                <a:cubicBezTo>
                  <a:pt x="236" y="264"/>
                  <a:pt x="236" y="264"/>
                  <a:pt x="236" y="264"/>
                </a:cubicBezTo>
                <a:cubicBezTo>
                  <a:pt x="383" y="264"/>
                  <a:pt x="383" y="264"/>
                  <a:pt x="383" y="264"/>
                </a:cubicBezTo>
                <a:lnTo>
                  <a:pt x="383" y="353"/>
                </a:lnTo>
                <a:close/>
                <a:moveTo>
                  <a:pt x="383" y="235"/>
                </a:moveTo>
                <a:lnTo>
                  <a:pt x="383" y="235"/>
                </a:lnTo>
                <a:cubicBezTo>
                  <a:pt x="236" y="235"/>
                  <a:pt x="236" y="235"/>
                  <a:pt x="236" y="235"/>
                </a:cubicBezTo>
                <a:cubicBezTo>
                  <a:pt x="236" y="147"/>
                  <a:pt x="236" y="147"/>
                  <a:pt x="236" y="147"/>
                </a:cubicBezTo>
                <a:cubicBezTo>
                  <a:pt x="383" y="147"/>
                  <a:pt x="383" y="147"/>
                  <a:pt x="383" y="147"/>
                </a:cubicBezTo>
                <a:lnTo>
                  <a:pt x="383" y="235"/>
                </a:lnTo>
                <a:close/>
                <a:moveTo>
                  <a:pt x="500" y="426"/>
                </a:moveTo>
                <a:lnTo>
                  <a:pt x="500" y="426"/>
                </a:lnTo>
                <a:cubicBezTo>
                  <a:pt x="500" y="441"/>
                  <a:pt x="486" y="471"/>
                  <a:pt x="471" y="471"/>
                </a:cubicBezTo>
                <a:cubicBezTo>
                  <a:pt x="427" y="471"/>
                  <a:pt x="427" y="471"/>
                  <a:pt x="427" y="471"/>
                </a:cubicBezTo>
                <a:cubicBezTo>
                  <a:pt x="427" y="382"/>
                  <a:pt x="427" y="382"/>
                  <a:pt x="427" y="382"/>
                </a:cubicBezTo>
                <a:cubicBezTo>
                  <a:pt x="515" y="382"/>
                  <a:pt x="515" y="382"/>
                  <a:pt x="515" y="382"/>
                </a:cubicBezTo>
                <a:lnTo>
                  <a:pt x="500" y="426"/>
                </a:lnTo>
                <a:close/>
                <a:moveTo>
                  <a:pt x="515" y="353"/>
                </a:moveTo>
                <a:lnTo>
                  <a:pt x="515" y="353"/>
                </a:lnTo>
                <a:cubicBezTo>
                  <a:pt x="427" y="353"/>
                  <a:pt x="427" y="353"/>
                  <a:pt x="427" y="353"/>
                </a:cubicBezTo>
                <a:cubicBezTo>
                  <a:pt x="427" y="264"/>
                  <a:pt x="427" y="264"/>
                  <a:pt x="427" y="264"/>
                </a:cubicBezTo>
                <a:cubicBezTo>
                  <a:pt x="530" y="264"/>
                  <a:pt x="530" y="264"/>
                  <a:pt x="530" y="264"/>
                </a:cubicBezTo>
                <a:lnTo>
                  <a:pt x="515" y="353"/>
                </a:lnTo>
                <a:close/>
                <a:moveTo>
                  <a:pt x="530" y="235"/>
                </a:moveTo>
                <a:lnTo>
                  <a:pt x="530" y="235"/>
                </a:lnTo>
                <a:cubicBezTo>
                  <a:pt x="427" y="235"/>
                  <a:pt x="427" y="235"/>
                  <a:pt x="427" y="235"/>
                </a:cubicBezTo>
                <a:cubicBezTo>
                  <a:pt x="427" y="147"/>
                  <a:pt x="427" y="147"/>
                  <a:pt x="427" y="147"/>
                </a:cubicBezTo>
                <a:cubicBezTo>
                  <a:pt x="545" y="147"/>
                  <a:pt x="545" y="147"/>
                  <a:pt x="545" y="147"/>
                </a:cubicBezTo>
                <a:lnTo>
                  <a:pt x="530" y="2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0" name="Freeform 109"/>
          <p:cNvSpPr>
            <a:spLocks noChangeArrowheads="1"/>
          </p:cNvSpPr>
          <p:nvPr/>
        </p:nvSpPr>
        <p:spPr bwMode="auto">
          <a:xfrm>
            <a:off x="7302194" y="2129128"/>
            <a:ext cx="289062" cy="289060"/>
          </a:xfrm>
          <a:custGeom>
            <a:avLst/>
            <a:gdLst>
              <a:gd name="T0" fmla="*/ 116822 w 634"/>
              <a:gd name="T1" fmla="*/ 0 h 634"/>
              <a:gd name="T2" fmla="*/ 116822 w 634"/>
              <a:gd name="T3" fmla="*/ 228190 h 634"/>
              <a:gd name="T4" fmla="*/ 116822 w 634"/>
              <a:gd name="T5" fmla="*/ 0 h 634"/>
              <a:gd name="T6" fmla="*/ 196507 w 634"/>
              <a:gd name="T7" fmla="*/ 58399 h 634"/>
              <a:gd name="T8" fmla="*/ 159369 w 634"/>
              <a:gd name="T9" fmla="*/ 105984 h 634"/>
              <a:gd name="T10" fmla="*/ 196507 w 634"/>
              <a:gd name="T11" fmla="*/ 58399 h 634"/>
              <a:gd name="T12" fmla="*/ 186051 w 634"/>
              <a:gd name="T13" fmla="*/ 47945 h 634"/>
              <a:gd name="T14" fmla="*/ 138096 w 634"/>
              <a:gd name="T15" fmla="*/ 21269 h 634"/>
              <a:gd name="T16" fmla="*/ 85093 w 634"/>
              <a:gd name="T17" fmla="*/ 105984 h 634"/>
              <a:gd name="T18" fmla="*/ 90501 w 634"/>
              <a:gd name="T19" fmla="*/ 69214 h 634"/>
              <a:gd name="T20" fmla="*/ 138096 w 634"/>
              <a:gd name="T21" fmla="*/ 69214 h 634"/>
              <a:gd name="T22" fmla="*/ 85093 w 634"/>
              <a:gd name="T23" fmla="*/ 105984 h 634"/>
              <a:gd name="T24" fmla="*/ 143504 w 634"/>
              <a:gd name="T25" fmla="*/ 122206 h 634"/>
              <a:gd name="T26" fmla="*/ 116822 w 634"/>
              <a:gd name="T27" fmla="*/ 159336 h 634"/>
              <a:gd name="T28" fmla="*/ 85093 w 634"/>
              <a:gd name="T29" fmla="*/ 122206 h 634"/>
              <a:gd name="T30" fmla="*/ 106366 w 634"/>
              <a:gd name="T31" fmla="*/ 15862 h 634"/>
              <a:gd name="T32" fmla="*/ 116822 w 634"/>
              <a:gd name="T33" fmla="*/ 15862 h 634"/>
              <a:gd name="T34" fmla="*/ 138096 w 634"/>
              <a:gd name="T35" fmla="*/ 58399 h 634"/>
              <a:gd name="T36" fmla="*/ 95549 w 634"/>
              <a:gd name="T37" fmla="*/ 58399 h 634"/>
              <a:gd name="T38" fmla="*/ 90501 w 634"/>
              <a:gd name="T39" fmla="*/ 21269 h 634"/>
              <a:gd name="T40" fmla="*/ 79684 w 634"/>
              <a:gd name="T41" fmla="*/ 52992 h 634"/>
              <a:gd name="T42" fmla="*/ 90501 w 634"/>
              <a:gd name="T43" fmla="*/ 21269 h 634"/>
              <a:gd name="T44" fmla="*/ 32090 w 634"/>
              <a:gd name="T45" fmla="*/ 58399 h 634"/>
              <a:gd name="T46" fmla="*/ 74637 w 634"/>
              <a:gd name="T47" fmla="*/ 105984 h 634"/>
              <a:gd name="T48" fmla="*/ 32090 w 634"/>
              <a:gd name="T49" fmla="*/ 58399 h 634"/>
              <a:gd name="T50" fmla="*/ 32090 w 634"/>
              <a:gd name="T51" fmla="*/ 169790 h 634"/>
              <a:gd name="T52" fmla="*/ 74637 w 634"/>
              <a:gd name="T53" fmla="*/ 122206 h 634"/>
              <a:gd name="T54" fmla="*/ 32090 w 634"/>
              <a:gd name="T55" fmla="*/ 169790 h 634"/>
              <a:gd name="T56" fmla="*/ 42546 w 634"/>
              <a:gd name="T57" fmla="*/ 180605 h 634"/>
              <a:gd name="T58" fmla="*/ 90501 w 634"/>
              <a:gd name="T59" fmla="*/ 212328 h 634"/>
              <a:gd name="T60" fmla="*/ 122231 w 634"/>
              <a:gd name="T61" fmla="*/ 212328 h 634"/>
              <a:gd name="T62" fmla="*/ 116822 w 634"/>
              <a:gd name="T63" fmla="*/ 212328 h 634"/>
              <a:gd name="T64" fmla="*/ 95549 w 634"/>
              <a:gd name="T65" fmla="*/ 169790 h 634"/>
              <a:gd name="T66" fmla="*/ 138096 w 634"/>
              <a:gd name="T67" fmla="*/ 169790 h 634"/>
              <a:gd name="T68" fmla="*/ 138096 w 634"/>
              <a:gd name="T69" fmla="*/ 212328 h 634"/>
              <a:gd name="T70" fmla="*/ 148552 w 634"/>
              <a:gd name="T71" fmla="*/ 175198 h 634"/>
              <a:gd name="T72" fmla="*/ 138096 w 634"/>
              <a:gd name="T73" fmla="*/ 212328 h 634"/>
              <a:gd name="T74" fmla="*/ 196507 w 634"/>
              <a:gd name="T75" fmla="*/ 169790 h 634"/>
              <a:gd name="T76" fmla="*/ 159369 w 634"/>
              <a:gd name="T77" fmla="*/ 122206 h 634"/>
              <a:gd name="T78" fmla="*/ 196507 w 634"/>
              <a:gd name="T79" fmla="*/ 169790 h 63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34" h="634"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24"/>
                </a:cubicBezTo>
                <a:cubicBezTo>
                  <a:pt x="0" y="486"/>
                  <a:pt x="148" y="633"/>
                  <a:pt x="324" y="633"/>
                </a:cubicBezTo>
                <a:cubicBezTo>
                  <a:pt x="486" y="633"/>
                  <a:pt x="633" y="486"/>
                  <a:pt x="633" y="324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545" y="162"/>
                </a:moveTo>
                <a:lnTo>
                  <a:pt x="545" y="162"/>
                </a:lnTo>
                <a:cubicBezTo>
                  <a:pt x="574" y="206"/>
                  <a:pt x="589" y="251"/>
                  <a:pt x="589" y="294"/>
                </a:cubicBezTo>
                <a:cubicBezTo>
                  <a:pt x="442" y="294"/>
                  <a:pt x="442" y="294"/>
                  <a:pt x="442" y="294"/>
                </a:cubicBezTo>
                <a:cubicBezTo>
                  <a:pt x="442" y="265"/>
                  <a:pt x="427" y="221"/>
                  <a:pt x="427" y="192"/>
                </a:cubicBezTo>
                <a:cubicBezTo>
                  <a:pt x="471" y="192"/>
                  <a:pt x="516" y="177"/>
                  <a:pt x="545" y="162"/>
                </a:cubicBezTo>
                <a:close/>
                <a:moveTo>
                  <a:pt x="516" y="133"/>
                </a:moveTo>
                <a:lnTo>
                  <a:pt x="516" y="133"/>
                </a:lnTo>
                <a:cubicBezTo>
                  <a:pt x="486" y="147"/>
                  <a:pt x="457" y="147"/>
                  <a:pt x="412" y="147"/>
                </a:cubicBezTo>
                <a:cubicBezTo>
                  <a:pt x="412" y="118"/>
                  <a:pt x="398" y="89"/>
                  <a:pt x="383" y="59"/>
                </a:cubicBezTo>
                <a:cubicBezTo>
                  <a:pt x="442" y="59"/>
                  <a:pt x="486" y="89"/>
                  <a:pt x="516" y="133"/>
                </a:cubicBezTo>
                <a:close/>
                <a:moveTo>
                  <a:pt x="236" y="294"/>
                </a:moveTo>
                <a:lnTo>
                  <a:pt x="236" y="294"/>
                </a:lnTo>
                <a:cubicBezTo>
                  <a:pt x="236" y="265"/>
                  <a:pt x="251" y="236"/>
                  <a:pt x="251" y="192"/>
                </a:cubicBezTo>
                <a:cubicBezTo>
                  <a:pt x="280" y="206"/>
                  <a:pt x="295" y="206"/>
                  <a:pt x="324" y="206"/>
                </a:cubicBezTo>
                <a:cubicBezTo>
                  <a:pt x="339" y="206"/>
                  <a:pt x="369" y="206"/>
                  <a:pt x="383" y="192"/>
                </a:cubicBezTo>
                <a:cubicBezTo>
                  <a:pt x="398" y="236"/>
                  <a:pt x="398" y="265"/>
                  <a:pt x="398" y="294"/>
                </a:cubicBezTo>
                <a:lnTo>
                  <a:pt x="236" y="294"/>
                </a:lnTo>
                <a:close/>
                <a:moveTo>
                  <a:pt x="398" y="339"/>
                </a:moveTo>
                <a:lnTo>
                  <a:pt x="398" y="339"/>
                </a:lnTo>
                <a:cubicBezTo>
                  <a:pt x="398" y="368"/>
                  <a:pt x="398" y="412"/>
                  <a:pt x="383" y="442"/>
                </a:cubicBezTo>
                <a:cubicBezTo>
                  <a:pt x="369" y="442"/>
                  <a:pt x="339" y="442"/>
                  <a:pt x="324" y="442"/>
                </a:cubicBezTo>
                <a:cubicBezTo>
                  <a:pt x="295" y="442"/>
                  <a:pt x="280" y="442"/>
                  <a:pt x="251" y="442"/>
                </a:cubicBezTo>
                <a:cubicBezTo>
                  <a:pt x="251" y="412"/>
                  <a:pt x="236" y="368"/>
                  <a:pt x="236" y="339"/>
                </a:cubicBezTo>
                <a:lnTo>
                  <a:pt x="398" y="339"/>
                </a:lnTo>
                <a:close/>
                <a:moveTo>
                  <a:pt x="295" y="44"/>
                </a:moveTo>
                <a:lnTo>
                  <a:pt x="295" y="44"/>
                </a:lnTo>
                <a:cubicBezTo>
                  <a:pt x="310" y="44"/>
                  <a:pt x="310" y="44"/>
                  <a:pt x="324" y="44"/>
                </a:cubicBezTo>
                <a:lnTo>
                  <a:pt x="339" y="44"/>
                </a:lnTo>
                <a:cubicBezTo>
                  <a:pt x="354" y="74"/>
                  <a:pt x="369" y="118"/>
                  <a:pt x="383" y="162"/>
                </a:cubicBezTo>
                <a:cubicBezTo>
                  <a:pt x="354" y="162"/>
                  <a:pt x="339" y="162"/>
                  <a:pt x="324" y="162"/>
                </a:cubicBezTo>
                <a:cubicBezTo>
                  <a:pt x="295" y="162"/>
                  <a:pt x="280" y="162"/>
                  <a:pt x="265" y="162"/>
                </a:cubicBezTo>
                <a:cubicBezTo>
                  <a:pt x="265" y="118"/>
                  <a:pt x="280" y="74"/>
                  <a:pt x="295" y="44"/>
                </a:cubicBezTo>
                <a:close/>
                <a:moveTo>
                  <a:pt x="251" y="59"/>
                </a:moveTo>
                <a:lnTo>
                  <a:pt x="251" y="59"/>
                </a:lnTo>
                <a:cubicBezTo>
                  <a:pt x="236" y="89"/>
                  <a:pt x="221" y="118"/>
                  <a:pt x="221" y="147"/>
                </a:cubicBezTo>
                <a:cubicBezTo>
                  <a:pt x="192" y="147"/>
                  <a:pt x="148" y="147"/>
                  <a:pt x="118" y="133"/>
                </a:cubicBezTo>
                <a:cubicBezTo>
                  <a:pt x="148" y="89"/>
                  <a:pt x="207" y="59"/>
                  <a:pt x="251" y="59"/>
                </a:cubicBezTo>
                <a:close/>
                <a:moveTo>
                  <a:pt x="89" y="162"/>
                </a:moveTo>
                <a:lnTo>
                  <a:pt x="89" y="162"/>
                </a:lnTo>
                <a:cubicBezTo>
                  <a:pt x="133" y="177"/>
                  <a:pt x="177" y="192"/>
                  <a:pt x="207" y="192"/>
                </a:cubicBezTo>
                <a:cubicBezTo>
                  <a:pt x="207" y="221"/>
                  <a:pt x="207" y="265"/>
                  <a:pt x="207" y="294"/>
                </a:cubicBezTo>
                <a:cubicBezTo>
                  <a:pt x="44" y="294"/>
                  <a:pt x="44" y="294"/>
                  <a:pt x="44" y="294"/>
                </a:cubicBezTo>
                <a:cubicBezTo>
                  <a:pt x="44" y="251"/>
                  <a:pt x="59" y="206"/>
                  <a:pt x="89" y="162"/>
                </a:cubicBezTo>
                <a:close/>
                <a:moveTo>
                  <a:pt x="89" y="471"/>
                </a:moveTo>
                <a:lnTo>
                  <a:pt x="89" y="471"/>
                </a:lnTo>
                <a:cubicBezTo>
                  <a:pt x="59" y="427"/>
                  <a:pt x="44" y="383"/>
                  <a:pt x="44" y="339"/>
                </a:cubicBezTo>
                <a:cubicBezTo>
                  <a:pt x="207" y="339"/>
                  <a:pt x="207" y="339"/>
                  <a:pt x="207" y="339"/>
                </a:cubicBezTo>
                <a:cubicBezTo>
                  <a:pt x="207" y="368"/>
                  <a:pt x="207" y="412"/>
                  <a:pt x="207" y="442"/>
                </a:cubicBezTo>
                <a:cubicBezTo>
                  <a:pt x="177" y="457"/>
                  <a:pt x="133" y="457"/>
                  <a:pt x="89" y="471"/>
                </a:cubicBezTo>
                <a:close/>
                <a:moveTo>
                  <a:pt x="118" y="501"/>
                </a:moveTo>
                <a:lnTo>
                  <a:pt x="118" y="501"/>
                </a:lnTo>
                <a:cubicBezTo>
                  <a:pt x="148" y="501"/>
                  <a:pt x="192" y="486"/>
                  <a:pt x="221" y="486"/>
                </a:cubicBezTo>
                <a:cubicBezTo>
                  <a:pt x="221" y="515"/>
                  <a:pt x="236" y="560"/>
                  <a:pt x="251" y="589"/>
                </a:cubicBezTo>
                <a:cubicBezTo>
                  <a:pt x="207" y="574"/>
                  <a:pt x="148" y="545"/>
                  <a:pt x="118" y="501"/>
                </a:cubicBezTo>
                <a:close/>
                <a:moveTo>
                  <a:pt x="339" y="589"/>
                </a:moveTo>
                <a:lnTo>
                  <a:pt x="339" y="589"/>
                </a:lnTo>
                <a:lnTo>
                  <a:pt x="324" y="589"/>
                </a:lnTo>
                <a:cubicBezTo>
                  <a:pt x="310" y="589"/>
                  <a:pt x="310" y="589"/>
                  <a:pt x="295" y="589"/>
                </a:cubicBezTo>
                <a:cubicBezTo>
                  <a:pt x="280" y="560"/>
                  <a:pt x="265" y="515"/>
                  <a:pt x="265" y="471"/>
                </a:cubicBezTo>
                <a:cubicBezTo>
                  <a:pt x="280" y="471"/>
                  <a:pt x="295" y="471"/>
                  <a:pt x="324" y="471"/>
                </a:cubicBezTo>
                <a:cubicBezTo>
                  <a:pt x="339" y="471"/>
                  <a:pt x="354" y="471"/>
                  <a:pt x="383" y="471"/>
                </a:cubicBezTo>
                <a:cubicBezTo>
                  <a:pt x="369" y="515"/>
                  <a:pt x="354" y="560"/>
                  <a:pt x="339" y="589"/>
                </a:cubicBezTo>
                <a:close/>
                <a:moveTo>
                  <a:pt x="383" y="589"/>
                </a:moveTo>
                <a:lnTo>
                  <a:pt x="383" y="589"/>
                </a:lnTo>
                <a:cubicBezTo>
                  <a:pt x="398" y="560"/>
                  <a:pt x="412" y="515"/>
                  <a:pt x="412" y="486"/>
                </a:cubicBezTo>
                <a:cubicBezTo>
                  <a:pt x="457" y="486"/>
                  <a:pt x="486" y="501"/>
                  <a:pt x="516" y="501"/>
                </a:cubicBezTo>
                <a:cubicBezTo>
                  <a:pt x="486" y="545"/>
                  <a:pt x="442" y="574"/>
                  <a:pt x="383" y="589"/>
                </a:cubicBezTo>
                <a:close/>
                <a:moveTo>
                  <a:pt x="545" y="471"/>
                </a:moveTo>
                <a:lnTo>
                  <a:pt x="545" y="471"/>
                </a:lnTo>
                <a:cubicBezTo>
                  <a:pt x="516" y="457"/>
                  <a:pt x="471" y="457"/>
                  <a:pt x="427" y="442"/>
                </a:cubicBezTo>
                <a:cubicBezTo>
                  <a:pt x="427" y="412"/>
                  <a:pt x="442" y="368"/>
                  <a:pt x="442" y="339"/>
                </a:cubicBezTo>
                <a:cubicBezTo>
                  <a:pt x="589" y="339"/>
                  <a:pt x="589" y="339"/>
                  <a:pt x="589" y="339"/>
                </a:cubicBezTo>
                <a:cubicBezTo>
                  <a:pt x="589" y="383"/>
                  <a:pt x="574" y="427"/>
                  <a:pt x="545" y="4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文本框 22"/>
          <p:cNvSpPr txBox="1"/>
          <p:nvPr/>
        </p:nvSpPr>
        <p:spPr>
          <a:xfrm>
            <a:off x="7866380" y="3127375"/>
            <a:ext cx="3552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424242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It`s purpose is to provide the input and output in C# programs</a:t>
            </a:r>
            <a:endParaRPr lang="en-US" altLang="zh-CN" sz="1600" b="1">
              <a:solidFill>
                <a:srgbClr val="424242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" name="文本框 22"/>
          <p:cNvSpPr txBox="1"/>
          <p:nvPr/>
        </p:nvSpPr>
        <p:spPr>
          <a:xfrm>
            <a:off x="7866380" y="4539615"/>
            <a:ext cx="3225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424242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Commonly used methods</a:t>
            </a:r>
            <a:endParaRPr lang="en-US" altLang="zh-CN" sz="1600" b="1">
              <a:solidFill>
                <a:srgbClr val="424242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pic>
        <p:nvPicPr>
          <p:cNvPr id="11" name="Picture 10" descr="Screenshot 2025-09-20 at 4.26.44 PM"/>
          <p:cNvPicPr>
            <a:picLocks noChangeAspect="1"/>
          </p:cNvPicPr>
          <p:nvPr/>
        </p:nvPicPr>
        <p:blipFill>
          <a:blip r:embed="rId2"/>
          <a:srcRect r="10266"/>
          <a:stretch>
            <a:fillRect/>
          </a:stretch>
        </p:blipFill>
        <p:spPr>
          <a:xfrm>
            <a:off x="1105535" y="1942465"/>
            <a:ext cx="5106670" cy="3331210"/>
          </a:xfrm>
          <a:prstGeom prst="rect">
            <a:avLst/>
          </a:prstGeom>
        </p:spPr>
      </p:pic>
      <p:sp>
        <p:nvSpPr>
          <p:cNvPr id="12" name="Rectangles 11"/>
          <p:cNvSpPr/>
          <p:nvPr/>
        </p:nvSpPr>
        <p:spPr>
          <a:xfrm>
            <a:off x="1655445" y="2256790"/>
            <a:ext cx="1046480" cy="22923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1655445" y="2661285"/>
            <a:ext cx="738505" cy="22923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2520950" y="3888740"/>
            <a:ext cx="2710815" cy="56451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16" idx="3"/>
            <a:endCxn id="27" idx="6"/>
          </p:cNvCxnSpPr>
          <p:nvPr/>
        </p:nvCxnSpPr>
        <p:spPr>
          <a:xfrm>
            <a:off x="5231765" y="4171315"/>
            <a:ext cx="1934210" cy="5638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3"/>
            <a:endCxn id="22" idx="6"/>
          </p:cNvCxnSpPr>
          <p:nvPr/>
        </p:nvCxnSpPr>
        <p:spPr>
          <a:xfrm flipV="1">
            <a:off x="2393950" y="2273300"/>
            <a:ext cx="4772025" cy="5029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2" idx="3"/>
            <a:endCxn id="22" idx="6"/>
          </p:cNvCxnSpPr>
          <p:nvPr/>
        </p:nvCxnSpPr>
        <p:spPr>
          <a:xfrm flipV="1">
            <a:off x="2701925" y="2273300"/>
            <a:ext cx="4464050" cy="984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A_矩形 75"/>
          <p:cNvSpPr/>
          <p:nvPr>
            <p:custDataLst>
              <p:tags r:id="rId1"/>
            </p:custDataLst>
          </p:nvPr>
        </p:nvSpPr>
        <p:spPr>
          <a:xfrm>
            <a:off x="7430135" y="988695"/>
            <a:ext cx="4248785" cy="459549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- Writes text followed by a </a:t>
            </a:r>
            <a:r>
              <a:rPr lang="en-US" altLang="en-US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newline character</a:t>
            </a: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 </a:t>
            </a:r>
            <a:r>
              <a:rPr lang="en-US" altLang="en-US" sz="1600" i="1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iragino Sans GB W3" panose="020B0300000000000000" charset="-122"/>
                <a:ea typeface="Hiragino Sans GB W3" panose="020B0300000000000000" charset="-122"/>
                <a:sym typeface="+mn-ea"/>
              </a:rPr>
              <a:t>(automatic cursor movement to the next line)</a:t>
            </a: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- Supports string interpolation &amp; concatenation</a:t>
            </a: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- Concatenation;</a:t>
            </a: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- Interpolation;</a:t>
            </a:r>
            <a:endParaRPr lang="en-US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i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6088" y="475991"/>
            <a:ext cx="25603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Console.WriteLine()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0" name="Picture 39" descr="Screenshot 2025-09-20 at 4.43.2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988695"/>
            <a:ext cx="6926580" cy="4484370"/>
          </a:xfrm>
          <a:prstGeom prst="rect">
            <a:avLst/>
          </a:prstGeom>
        </p:spPr>
      </p:pic>
      <p:sp>
        <p:nvSpPr>
          <p:cNvPr id="41" name="Bent-Up Arrow 40"/>
          <p:cNvSpPr/>
          <p:nvPr/>
        </p:nvSpPr>
        <p:spPr>
          <a:xfrm flipH="1">
            <a:off x="3328035" y="4353560"/>
            <a:ext cx="748030" cy="352425"/>
          </a:xfrm>
          <a:prstGeom prst="bentUpArrow">
            <a:avLst>
              <a:gd name="adj1" fmla="val 15675"/>
              <a:gd name="adj2" fmla="val 25000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3" name="Picture 42" descr="Screenshot 2025-09-20 at 4.53.09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135" y="4980305"/>
            <a:ext cx="39116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A_矩形 75"/>
          <p:cNvSpPr/>
          <p:nvPr>
            <p:custDataLst>
              <p:tags r:id="rId1"/>
            </p:custDataLst>
          </p:nvPr>
        </p:nvSpPr>
        <p:spPr>
          <a:xfrm>
            <a:off x="7320280" y="988695"/>
            <a:ext cx="4733290" cy="35521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iragino Sans GB W3" panose="020B0300000000000000" charset="-122"/>
                <a:ea typeface="Hiragino Sans GB W3" panose="020B0300000000000000" charset="-122"/>
                <a:sym typeface="+mn-ea"/>
              </a:rPr>
              <a:t>- Reads input from the user as a string.</a:t>
            </a: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iragino Sans GB W3" panose="020B0300000000000000" charset="-122"/>
                <a:ea typeface="Hiragino Sans GB W3" panose="020B0300000000000000" charset="-122"/>
                <a:sym typeface="+mn-ea"/>
              </a:rPr>
              <a:t>(it is a method that reads a line of text input from the user)</a:t>
            </a: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iragino Sans GB W3" panose="020B0300000000000000" charset="-122"/>
                <a:ea typeface="Hiragino Sans GB W3" panose="020B0300000000000000" charset="-122"/>
                <a:sym typeface="+mn-ea"/>
              </a:rPr>
              <a:t>- Mostly used to capture user information or data in console applications</a:t>
            </a: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6088" y="475991"/>
            <a:ext cx="26047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Console.ReadLine()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Picture 1" descr="Screenshot 2025-09-20 at 4.51.47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09345"/>
            <a:ext cx="6655435" cy="4639310"/>
          </a:xfrm>
          <a:prstGeom prst="rect">
            <a:avLst/>
          </a:prstGeom>
        </p:spPr>
      </p:pic>
      <p:pic>
        <p:nvPicPr>
          <p:cNvPr id="42" name="Picture 41" descr="Screenshot 2025-09-20 at 4.52.37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590" y="4474845"/>
            <a:ext cx="3399790" cy="1969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A_矩形 75"/>
          <p:cNvSpPr/>
          <p:nvPr>
            <p:custDataLst>
              <p:tags r:id="rId1"/>
            </p:custDataLst>
          </p:nvPr>
        </p:nvSpPr>
        <p:spPr>
          <a:xfrm>
            <a:off x="7493000" y="1560830"/>
            <a:ext cx="4215765" cy="11633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iragino Sans GB W3" panose="020B0300000000000000" charset="-122"/>
                <a:ea typeface="Hiragino Sans GB W3" panose="020B0300000000000000" charset="-122"/>
                <a:sym typeface="+mn-ea"/>
              </a:rPr>
              <a:t>You can combine them and make some nice applications</a:t>
            </a:r>
            <a:endParaRPr lang="en-US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iragino Sans GB W3" panose="020B0300000000000000" charset="-122"/>
              <a:ea typeface="Hiragino Sans GB W3" panose="020B03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46088" y="475991"/>
            <a:ext cx="28225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Combination of them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Picture 2" descr="Screenshot 2025-09-20 at 4.54.30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067435"/>
            <a:ext cx="7011035" cy="4029710"/>
          </a:xfrm>
          <a:prstGeom prst="rect">
            <a:avLst/>
          </a:prstGeom>
        </p:spPr>
      </p:pic>
      <p:pic>
        <p:nvPicPr>
          <p:cNvPr id="4" name="Picture 3" descr="Screenshot 2025-09-20 at 4.54.48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25" y="4001135"/>
            <a:ext cx="39116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746088" y="475991"/>
            <a:ext cx="1280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 Q&amp;A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Picture 1" descr="Screenshot 2025-09-20 at 4.59.1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5625" y="4540885"/>
            <a:ext cx="3444240" cy="12592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926840" y="3530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/>
              <a:t>Question</a:t>
            </a:r>
            <a:endParaRPr lang="en-US" sz="3600"/>
          </a:p>
        </p:txBody>
      </p:sp>
      <p:pic>
        <p:nvPicPr>
          <p:cNvPr id="5" name="Picture 4" descr="Screenshot 2025-09-20 at 5.01.21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218565"/>
            <a:ext cx="6527165" cy="51015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3290" y="1623060"/>
            <a:ext cx="2039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What is missing?</a:t>
            </a:r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9044940" y="4022725"/>
            <a:ext cx="186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Output: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746088" y="475991"/>
            <a:ext cx="1280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 Q&amp;A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Picture 2" descr="Screenshot 2025-09-20 at 4.59.3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745" y="1139190"/>
            <a:ext cx="7251700" cy="49657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684905" y="3467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/>
              <a:t>Answer</a:t>
            </a:r>
            <a:endParaRPr lang="en-US" sz="3200"/>
          </a:p>
        </p:txBody>
      </p:sp>
      <p:sp>
        <p:nvSpPr>
          <p:cNvPr id="5" name="Rectangles 4"/>
          <p:cNvSpPr/>
          <p:nvPr/>
        </p:nvSpPr>
        <p:spPr>
          <a:xfrm>
            <a:off x="7657465" y="4573905"/>
            <a:ext cx="782320" cy="3962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274810" y="4445000"/>
            <a:ext cx="2468880" cy="654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i="1"/>
              <a:t>{name}</a:t>
            </a:r>
            <a:r>
              <a:rPr lang="en-US" sz="2400"/>
              <a:t> variable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746088" y="475991"/>
            <a:ext cx="1280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 Q&amp;A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3926840" y="3530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/>
              <a:t>Question</a:t>
            </a:r>
            <a:endParaRPr lang="en-US" sz="3600"/>
          </a:p>
        </p:txBody>
      </p:sp>
      <p:sp>
        <p:nvSpPr>
          <p:cNvPr id="6" name="Text Box 5"/>
          <p:cNvSpPr txBox="1"/>
          <p:nvPr/>
        </p:nvSpPr>
        <p:spPr>
          <a:xfrm>
            <a:off x="7848600" y="1623060"/>
            <a:ext cx="40633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What is the output if we input: </a:t>
            </a:r>
            <a:endParaRPr lang="en-US" sz="3200"/>
          </a:p>
          <a:p>
            <a:r>
              <a:rPr lang="en-US" sz="3200"/>
              <a:t>a=5 and b=10 ?</a:t>
            </a:r>
            <a:endParaRPr lang="en-US" sz="3200"/>
          </a:p>
        </p:txBody>
      </p:sp>
      <p:pic>
        <p:nvPicPr>
          <p:cNvPr id="3" name="Picture 2" descr="Screenshot 2025-09-20 at 5.05.4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" y="998220"/>
            <a:ext cx="7110730" cy="5570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746088" y="475991"/>
            <a:ext cx="1280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 Q&amp;A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9435" y="545974"/>
            <a:ext cx="340519" cy="2601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3684905" y="3467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/>
              <a:t>Answer</a:t>
            </a:r>
            <a:endParaRPr lang="en-US" sz="3200"/>
          </a:p>
        </p:txBody>
      </p:sp>
      <p:sp>
        <p:nvSpPr>
          <p:cNvPr id="6" name="Text Box 5"/>
          <p:cNvSpPr txBox="1"/>
          <p:nvPr/>
        </p:nvSpPr>
        <p:spPr>
          <a:xfrm>
            <a:off x="7033895" y="24225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Because they are strings</a:t>
            </a:r>
            <a:endParaRPr lang="en-US" sz="2400"/>
          </a:p>
        </p:txBody>
      </p:sp>
      <p:pic>
        <p:nvPicPr>
          <p:cNvPr id="2" name="Picture 1" descr="Screenshot 2025-09-20 at 5.07.3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795780"/>
            <a:ext cx="3640455" cy="283781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4586605" y="4121785"/>
            <a:ext cx="694055" cy="39624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034"/>
          <p:cNvPicPr>
            <a:picLocks noChangeAspect="1"/>
          </p:cNvPicPr>
          <p:nvPr/>
        </p:nvPicPr>
        <p:blipFill>
          <a:blip r:embed="rId1"/>
          <a:srcRect t="816"/>
          <a:stretch>
            <a:fillRect/>
          </a:stretch>
        </p:blipFill>
        <p:spPr>
          <a:xfrm>
            <a:off x="0" y="-11430"/>
            <a:ext cx="12192000" cy="6869430"/>
          </a:xfrm>
          <a:prstGeom prst="rect">
            <a:avLst/>
          </a:prstGeom>
        </p:spPr>
      </p:pic>
      <p:sp>
        <p:nvSpPr>
          <p:cNvPr id="25" name="任意多边形 107"/>
          <p:cNvSpPr/>
          <p:nvPr/>
        </p:nvSpPr>
        <p:spPr>
          <a:xfrm>
            <a:off x="0" y="0"/>
            <a:ext cx="9769475" cy="6858000"/>
          </a:xfrm>
          <a:custGeom>
            <a:avLst/>
            <a:gdLst>
              <a:gd name="connsiteX0" fmla="*/ 0 w 7899400"/>
              <a:gd name="connsiteY0" fmla="*/ 0 h 6858000"/>
              <a:gd name="connsiteX1" fmla="*/ 3409947 w 7899400"/>
              <a:gd name="connsiteY1" fmla="*/ 0 h 6858000"/>
              <a:gd name="connsiteX2" fmla="*/ 7899400 w 7899400"/>
              <a:gd name="connsiteY2" fmla="*/ 6858000 h 6858000"/>
              <a:gd name="connsiteX3" fmla="*/ 0 w 7899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9400" h="6858000">
                <a:moveTo>
                  <a:pt x="0" y="0"/>
                </a:moveTo>
                <a:lnTo>
                  <a:pt x="3409947" y="0"/>
                </a:lnTo>
                <a:lnTo>
                  <a:pt x="7899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E3A93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82930" y="2719705"/>
            <a:ext cx="607250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b="1">
                <a:solidFill>
                  <a:schemeClr val="bg1"/>
                </a:solidFill>
              </a:rPr>
              <a:t>Thank You</a:t>
            </a:r>
            <a:endParaRPr lang="en-US" altLang="zh-CN" sz="6600" b="1">
              <a:solidFill>
                <a:schemeClr val="bg1"/>
              </a:solidFill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b="1">
                <a:solidFill>
                  <a:schemeClr val="bg1"/>
                </a:solidFill>
              </a:rPr>
              <a:t>Everyone :)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2" name="平行四边形 81"/>
          <p:cNvSpPr/>
          <p:nvPr/>
        </p:nvSpPr>
        <p:spPr>
          <a:xfrm flipH="1">
            <a:off x="6654800" y="2992755"/>
            <a:ext cx="3364230" cy="3865245"/>
          </a:xfrm>
          <a:prstGeom prst="parallelogram">
            <a:avLst>
              <a:gd name="adj" fmla="val 91551"/>
            </a:avLst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74700" y="6223000"/>
            <a:ext cx="508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WPS Presentation</Application>
  <PresentationFormat>宽屏</PresentationFormat>
  <Paragraphs>89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SimSun</vt:lpstr>
      <vt:lpstr>Wingdings</vt:lpstr>
      <vt:lpstr>等线</vt:lpstr>
      <vt:lpstr>Microsoft YaHei</vt:lpstr>
      <vt:lpstr>汉仪旗黑</vt:lpstr>
      <vt:lpstr>Century Gothic</vt:lpstr>
      <vt:lpstr>SimHei</vt:lpstr>
      <vt:lpstr>黑体-简</vt:lpstr>
      <vt:lpstr>微软雅黑 Light</vt:lpstr>
      <vt:lpstr>Montserrat</vt:lpstr>
      <vt:lpstr>苹方-简</vt:lpstr>
      <vt:lpstr>方正兰亭粗黑简体</vt:lpstr>
      <vt:lpstr>冬青黑体简体中文 W3</vt:lpstr>
      <vt:lpstr>Gulim</vt:lpstr>
      <vt:lpstr>Apple SD Gothic Neo</vt:lpstr>
      <vt:lpstr>Arial Unicode MS</vt:lpstr>
      <vt:lpstr>等线 Light</vt:lpstr>
      <vt:lpstr>宋体-简</vt:lpstr>
      <vt:lpstr>等线</vt:lpstr>
      <vt:lpstr>Hiragino Sans GB W6</vt:lpstr>
      <vt:lpstr>Hiragino Sans GB W3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美仑设计</dc:creator>
  <cp:keywords>www.51pptmoban.com</cp:keywords>
  <cp:lastModifiedBy>Muhammadsodiq Shukurillayev</cp:lastModifiedBy>
  <cp:revision>28</cp:revision>
  <dcterms:created xsi:type="dcterms:W3CDTF">2025-09-20T08:09:46Z</dcterms:created>
  <dcterms:modified xsi:type="dcterms:W3CDTF">2025-09-20T08:09:46Z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A2B1F115B3DD1629494DCE68615B0B13_41</vt:lpwstr>
  </property>
</Properties>
</file>