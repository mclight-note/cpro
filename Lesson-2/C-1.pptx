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3"/>
    <p:sldId id="264" r:id="rId4"/>
    <p:sldId id="265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7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ly-arranged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3255" y="1790700"/>
            <a:ext cx="7969250" cy="14770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C# Exersices</a:t>
            </a:r>
            <a:endParaRPr lang="en-US" altLang="zh-CN" sz="9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文本占位符 13"/>
          <p:cNvSpPr txBox="1"/>
          <p:nvPr/>
        </p:nvSpPr>
        <p:spPr>
          <a:xfrm>
            <a:off x="2323465" y="3568700"/>
            <a:ext cx="3126740" cy="6172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997072" y="3641390"/>
            <a:ext cx="3775932" cy="4921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Shukirillaev Mukhammad</a:t>
            </a:r>
            <a:endParaRPr lang="en-US" altLang="zh-CN" sz="16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/>
            <a:r>
              <a:rPr lang="en-US" altLang="zh-CN" sz="1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202438379</a:t>
            </a:r>
            <a:endParaRPr lang="en-US" altLang="zh-CN" sz="16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7610" y="2167394"/>
            <a:ext cx="18072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</a:rPr>
              <a:t>01</a:t>
            </a:r>
            <a:endParaRPr lang="en-US" altLang="zh-CN" sz="115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7034" y="4028172"/>
            <a:ext cx="2096402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Question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338320" y="1615440"/>
            <a:ext cx="7287895" cy="2020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l"/>
            <a:r>
              <a:rPr lang="en-US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Printing two seperate lines</a:t>
            </a:r>
            <a:endParaRPr lang="en-US" alt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60933" y="34500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1 - question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pic>
        <p:nvPicPr>
          <p:cNvPr id="3" name="Picture 2" descr="Screenshot 2025-09-19 at 11.35.19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215" y="904875"/>
            <a:ext cx="5905500" cy="4102100"/>
          </a:xfrm>
          <a:prstGeom prst="rect">
            <a:avLst/>
          </a:prstGeom>
        </p:spPr>
      </p:pic>
      <p:sp>
        <p:nvSpPr>
          <p:cNvPr id="4" name="文本框 1"/>
          <p:cNvSpPr txBox="1"/>
          <p:nvPr/>
        </p:nvSpPr>
        <p:spPr>
          <a:xfrm>
            <a:off x="8507303" y="4360106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Output: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 descr="Screenshot 2025-09-19 at 11.35.50 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640" y="5218430"/>
            <a:ext cx="5241925" cy="14471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7610" y="2167394"/>
            <a:ext cx="18072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</a:rPr>
              <a:t>02</a:t>
            </a:r>
            <a:endParaRPr lang="en-US" altLang="zh-CN" sz="115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7034" y="4028172"/>
            <a:ext cx="2096402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Question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338320" y="1615440"/>
            <a:ext cx="7287895" cy="2020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l"/>
            <a:r>
              <a:rPr lang="en-GB" sz="2400" b="1" dirty="0">
                <a:solidFill>
                  <a:schemeClr val="bg1"/>
                </a:solidFill>
                <a:sym typeface="+mn-ea"/>
              </a:rPr>
              <a:t>Write a program to print the sum of two numbers.</a:t>
            </a:r>
            <a:endParaRPr lang="en-GB" alt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60933" y="34500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2 - question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4" name="文本框 1"/>
          <p:cNvSpPr txBox="1"/>
          <p:nvPr/>
        </p:nvSpPr>
        <p:spPr>
          <a:xfrm>
            <a:off x="8507303" y="4360106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Output: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9" name="Picture 8" descr="Screenshot 2025-09-20 at 3.49.04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400" y="904875"/>
            <a:ext cx="5346700" cy="3911600"/>
          </a:xfrm>
          <a:prstGeom prst="rect">
            <a:avLst/>
          </a:prstGeom>
        </p:spPr>
      </p:pic>
      <p:pic>
        <p:nvPicPr>
          <p:cNvPr id="11" name="Picture 10" descr="Screenshot 2025-09-20 at 3.49.19 P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7765" y="4881880"/>
            <a:ext cx="40894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7610" y="2167394"/>
            <a:ext cx="18072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</a:rPr>
              <a:t>03</a:t>
            </a:r>
            <a:endParaRPr lang="en-US" altLang="zh-CN" sz="115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7034" y="4028172"/>
            <a:ext cx="2096402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Question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338320" y="1615440"/>
            <a:ext cx="7287895" cy="2020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l"/>
            <a:r>
              <a:rPr lang="en-GB" sz="2400" b="1" dirty="0">
                <a:solidFill>
                  <a:schemeClr val="bg1"/>
                </a:solidFill>
                <a:sym typeface="+mn-ea"/>
              </a:rPr>
              <a:t>Write a program to print the result of dividing two numbers.</a:t>
            </a:r>
            <a:endParaRPr lang="en-GB" alt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60933" y="34500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3 - question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4" name="文本框 1"/>
          <p:cNvSpPr txBox="1"/>
          <p:nvPr/>
        </p:nvSpPr>
        <p:spPr>
          <a:xfrm>
            <a:off x="8507303" y="4360106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Output: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 descr="Screenshot 2025-09-20 at 3.50.40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6765" y="1019175"/>
            <a:ext cx="5270500" cy="4000500"/>
          </a:xfrm>
          <a:prstGeom prst="rect">
            <a:avLst/>
          </a:prstGeom>
        </p:spPr>
      </p:pic>
      <p:pic>
        <p:nvPicPr>
          <p:cNvPr id="5" name="Picture 4" descr="Screenshot 2025-09-20 at 3.50.53 P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795" y="4809490"/>
            <a:ext cx="35433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7610" y="2167394"/>
            <a:ext cx="18072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</a:rPr>
              <a:t>04</a:t>
            </a:r>
            <a:endParaRPr lang="en-US" altLang="zh-CN" sz="115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7034" y="4028172"/>
            <a:ext cx="2096402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Question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338320" y="1615440"/>
            <a:ext cx="7287895" cy="2020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l"/>
            <a:r>
              <a:rPr lang="en-GB" sz="2400" b="1" dirty="0">
                <a:solidFill>
                  <a:schemeClr val="bg1"/>
                </a:solidFill>
                <a:sym typeface="+mn-ea"/>
              </a:rPr>
              <a:t>Write a program to print the results of the specified operations.</a:t>
            </a:r>
            <a:endParaRPr lang="en-GB" alt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60933" y="34500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4 - question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4" name="文本框 1"/>
          <p:cNvSpPr txBox="1"/>
          <p:nvPr/>
        </p:nvSpPr>
        <p:spPr>
          <a:xfrm>
            <a:off x="8450788" y="346412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Output: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9" name="Picture 8" descr="Screenshot 2025-09-20 at 3.53.20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210" y="866775"/>
            <a:ext cx="6238875" cy="4383405"/>
          </a:xfrm>
          <a:prstGeom prst="rect">
            <a:avLst/>
          </a:prstGeom>
        </p:spPr>
      </p:pic>
      <p:pic>
        <p:nvPicPr>
          <p:cNvPr id="11" name="Picture 10" descr="Screenshot 2025-09-20 at 3.53.36 P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940" y="4180205"/>
            <a:ext cx="323850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7610" y="2167394"/>
            <a:ext cx="18072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</a:rPr>
              <a:t>05</a:t>
            </a:r>
            <a:endParaRPr lang="en-US" altLang="zh-CN" sz="115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7034" y="4028172"/>
            <a:ext cx="2096402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Question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338320" y="1615440"/>
            <a:ext cx="7287895" cy="2020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l"/>
            <a:r>
              <a:rPr lang="en-GB" sz="2400" b="1" dirty="0">
                <a:solidFill>
                  <a:schemeClr val="bg1"/>
                </a:solidFill>
                <a:sym typeface="+mn-ea"/>
              </a:rPr>
              <a:t>Print your name (string), student number and age (int).</a:t>
            </a:r>
            <a:endParaRPr lang="en-GB" alt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60933" y="34500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5 - question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4" name="文本框 1"/>
          <p:cNvSpPr txBox="1"/>
          <p:nvPr/>
        </p:nvSpPr>
        <p:spPr>
          <a:xfrm>
            <a:off x="8450788" y="346412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Output: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 descr="Screenshot 2025-09-20 at 3.55.41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60" y="4675505"/>
            <a:ext cx="3937000" cy="1549400"/>
          </a:xfrm>
          <a:prstGeom prst="rect">
            <a:avLst/>
          </a:prstGeom>
        </p:spPr>
      </p:pic>
      <p:pic>
        <p:nvPicPr>
          <p:cNvPr id="14" name="Picture 13" descr="Screenshot 2025-09-20 at 3.56.56 P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140" y="1312545"/>
            <a:ext cx="5524500" cy="2917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7610" y="2167394"/>
            <a:ext cx="18072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</a:rPr>
              <a:t>06</a:t>
            </a:r>
            <a:endParaRPr lang="en-US" altLang="zh-CN" sz="115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7034" y="4028172"/>
            <a:ext cx="2096402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Question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338320" y="1615440"/>
            <a:ext cx="7287895" cy="20205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l"/>
            <a:r>
              <a:rPr lang="en-US" altLang="en-GB" sz="2400" b="1" dirty="0">
                <a:solidFill>
                  <a:schemeClr val="bg1"/>
                </a:solidFill>
                <a:sym typeface="+mn-ea"/>
              </a:rPr>
              <a:t>T</a:t>
            </a:r>
            <a:r>
              <a:rPr lang="en-GB" sz="2400" b="1" dirty="0">
                <a:solidFill>
                  <a:schemeClr val="bg1"/>
                </a:solidFill>
                <a:sym typeface="+mn-ea"/>
              </a:rPr>
              <a:t>wo string variables: </a:t>
            </a:r>
            <a:r>
              <a:rPr lang="en-GB" sz="2400" b="1" dirty="0" err="1">
                <a:solidFill>
                  <a:schemeClr val="bg1"/>
                </a:solidFill>
                <a:sym typeface="+mn-ea"/>
              </a:rPr>
              <a:t>firstName</a:t>
            </a:r>
            <a:r>
              <a:rPr lang="en-GB" sz="2400" b="1" dirty="0">
                <a:solidFill>
                  <a:schemeClr val="bg1"/>
                </a:solidFill>
                <a:sym typeface="+mn-ea"/>
              </a:rPr>
              <a:t> and </a:t>
            </a:r>
            <a:r>
              <a:rPr lang="en-GB" sz="2400" b="1" dirty="0" err="1">
                <a:solidFill>
                  <a:schemeClr val="bg1"/>
                </a:solidFill>
                <a:sym typeface="+mn-ea"/>
              </a:rPr>
              <a:t>lastName</a:t>
            </a:r>
            <a:r>
              <a:rPr lang="en-GB" sz="2400" b="1" dirty="0">
                <a:solidFill>
                  <a:schemeClr val="bg1"/>
                </a:solidFill>
                <a:sym typeface="+mn-ea"/>
              </a:rPr>
              <a:t>. Concatenate the strings to form the full name and print it</a:t>
            </a:r>
            <a:endParaRPr lang="en-GB" alt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60933" y="34500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6 - question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4" name="文本框 1"/>
          <p:cNvSpPr txBox="1"/>
          <p:nvPr/>
        </p:nvSpPr>
        <p:spPr>
          <a:xfrm>
            <a:off x="8450788" y="3464121"/>
            <a:ext cx="28621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dirty="0" smtClean="0">
                <a:solidFill>
                  <a:srgbClr val="1B2595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Output:</a:t>
            </a:r>
            <a:endParaRPr lang="en-US" altLang="zh-CN" sz="2800" b="1" dirty="0" smtClean="0">
              <a:solidFill>
                <a:srgbClr val="1B2595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9" name="Picture 8" descr="Screenshot 2025-09-20 at 3.58.11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345" y="866775"/>
            <a:ext cx="6654800" cy="4559300"/>
          </a:xfrm>
          <a:prstGeom prst="rect">
            <a:avLst/>
          </a:prstGeom>
        </p:spPr>
      </p:pic>
      <p:pic>
        <p:nvPicPr>
          <p:cNvPr id="11" name="Picture 10" descr="Screenshot 2025-09-20 at 3.58.24 P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580" y="4227830"/>
            <a:ext cx="35941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3255" y="1790700"/>
            <a:ext cx="7969250" cy="14770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dist"/>
            <a:r>
              <a:rPr lang="en-US" sz="9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THANK YOU</a:t>
            </a:r>
            <a:endParaRPr lang="en-US" sz="9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文本占位符 13"/>
          <p:cNvSpPr txBox="1"/>
          <p:nvPr/>
        </p:nvSpPr>
        <p:spPr>
          <a:xfrm>
            <a:off x="1719618" y="3639537"/>
            <a:ext cx="4421875" cy="435945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997072" y="3703620"/>
            <a:ext cx="3775932" cy="2457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FOR YOUR ATTENTION TEACHER!</a:t>
            </a:r>
            <a:endParaRPr lang="en-US" altLang="zh-CN" sz="16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WPS Presentation</Application>
  <PresentationFormat>宽屏</PresentationFormat>
  <Paragraphs>69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SimSun</vt:lpstr>
      <vt:lpstr>宋体-简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Muhammadsodiq Shukurillayev</cp:lastModifiedBy>
  <cp:revision>18</cp:revision>
  <dcterms:created xsi:type="dcterms:W3CDTF">2025-09-20T06:59:11Z</dcterms:created>
  <dcterms:modified xsi:type="dcterms:W3CDTF">2025-09-20T06:59:11Z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1033-12.1.21937.21937</vt:lpwstr>
  </property>
  <property fmtid="{D5CDD505-2E9C-101B-9397-08002B2CF9AE}" pid="3" name="ICV">
    <vt:lpwstr>12815212DB733C003CC0CC68BBCBB309_43</vt:lpwstr>
  </property>
</Properties>
</file>