
<file path=[Content_Types].xml><?xml version="1.0" encoding="utf-8"?>
<Types xmlns="http://schemas.openxmlformats.org/package/2006/content-types">
  <Default Extension="jpeg" ContentType="image/jpeg"/>
  <Default Extension="JPG" ContentType="image/.jpg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57" r:id="rId3"/>
    <p:sldId id="259" r:id="rId4"/>
    <p:sldId id="269" r:id="rId5"/>
    <p:sldId id="280" r:id="rId6"/>
    <p:sldId id="281" r:id="rId7"/>
    <p:sldId id="282" r:id="rId8"/>
    <p:sldId id="283" r:id="rId9"/>
    <p:sldId id="279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0C9D5"/>
    <a:srgbClr val="F3C900"/>
    <a:srgbClr val="FFD000"/>
    <a:srgbClr val="40B1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1985" autoAdjust="0"/>
    <p:restoredTop sz="94660"/>
  </p:normalViewPr>
  <p:slideViewPr>
    <p:cSldViewPr snapToGrid="0">
      <p:cViewPr varScale="1">
        <p:scale>
          <a:sx n="69" d="100"/>
          <a:sy n="69" d="100"/>
        </p:scale>
        <p:origin x="8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handoutMaster" Target="handoutMasters/handoutMaster1.xml"/><Relationship Id="rId11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ea typeface="Calibri" panose="020F0502020204030204" charset="0"/>
                <a:cs typeface="Calibri" panose="020F0502020204030204" charset="0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ea typeface="Calibri" panose="020F0502020204030204" charset="0"/>
                <a:cs typeface="Calibri" panose="020F0502020204030204" charset="0"/>
              </a:defRPr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ea typeface="Calibri" panose="020F0502020204030204" charset="0"/>
                <a:cs typeface="Calibri" panose="020F0502020204030204" charset="0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ea typeface="Calibri" panose="020F0502020204030204" charset="0"/>
                <a:cs typeface="Calibri" panose="020F0502020204030204" charset="0"/>
              </a:defRPr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Calibri" panose="020F0502020204030204" charset="0"/>
        <a:cs typeface="Calibri" panose="020F050202020403020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Calibri" panose="020F0502020204030204" charset="0"/>
        <a:cs typeface="Calibri" panose="020F0502020204030204" charset="0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Calibri" panose="020F0502020204030204" charset="0"/>
        <a:cs typeface="Calibri" panose="020F0502020204030204" charset="0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Calibri" panose="020F0502020204030204" charset="0"/>
        <a:cs typeface="Calibri" panose="020F0502020204030204" charset="0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Calibri" panose="020F0502020204030204" charset="0"/>
        <a:cs typeface="Calibri" panose="020F050202020403020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5260-5B6C-484A-8636-B5911F59C790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F3C3A-4CFF-45E7-A74F-3D5C546B81C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5260-5B6C-484A-8636-B5911F59C790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F3C3A-4CFF-45E7-A74F-3D5C546B81C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5260-5B6C-484A-8636-B5911F59C790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F3C3A-4CFF-45E7-A74F-3D5C546B81C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5260-5B6C-484A-8636-B5911F59C790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F3C3A-4CFF-45E7-A74F-3D5C546B81C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5260-5B6C-484A-8636-B5911F59C790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F3C3A-4CFF-45E7-A74F-3D5C546B81C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5260-5B6C-484A-8636-B5911F59C790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F3C3A-4CFF-45E7-A74F-3D5C546B81C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5260-5B6C-484A-8636-B5911F59C790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F3C3A-4CFF-45E7-A74F-3D5C546B81C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5260-5B6C-484A-8636-B5911F59C790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F3C3A-4CFF-45E7-A74F-3D5C546B81C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5260-5B6C-484A-8636-B5911F59C790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F3C3A-4CFF-45E7-A74F-3D5C546B81C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5260-5B6C-484A-8636-B5911F59C790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F3C3A-4CFF-45E7-A74F-3D5C546B81C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5260-5B6C-484A-8636-B5911F59C790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F3C3A-4CFF-45E7-A74F-3D5C546B81C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Calibri" panose="020F0502020204030204" charset="0"/>
                <a:ea typeface="Calibri" panose="020F0502020204030204" charset="0"/>
                <a:cs typeface="Calibri" panose="020F0502020204030204" charset="0"/>
              </a:defRPr>
            </a:lvl1pPr>
          </a:lstStyle>
          <a:p>
            <a:fld id="{48185260-5B6C-484A-8636-B5911F59C790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Calibri" panose="020F0502020204030204" charset="0"/>
                <a:ea typeface="Calibri" panose="020F0502020204030204" charset="0"/>
                <a:cs typeface="Calibri" panose="020F0502020204030204" charset="0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libri" panose="020F0502020204030204" charset="0"/>
                <a:ea typeface="Calibri" panose="020F0502020204030204" charset="0"/>
                <a:cs typeface="Calibri" panose="020F0502020204030204" charset="0"/>
              </a:defRPr>
            </a:lvl1pPr>
          </a:lstStyle>
          <a:p>
            <a:fld id="{F75F3C3A-4CFF-45E7-A74F-3D5C546B81C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alibri" panose="020F0502020204030204" charset="0"/>
          <a:ea typeface="Calibri" panose="020F0502020204030204" charset="0"/>
          <a:cs typeface="Calibri" panose="020F050202020403020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Calibri" panose="020F0502020204030204" charset="0"/>
          <a:ea typeface="Calibri" panose="020F0502020204030204" charset="0"/>
          <a:cs typeface="Calibri" panose="020F050202020403020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Calibri" panose="020F0502020204030204" charset="0"/>
          <a:ea typeface="Calibri" panose="020F0502020204030204" charset="0"/>
          <a:cs typeface="Calibri" panose="020F050202020403020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Calibri" panose="020F0502020204030204" charset="0"/>
          <a:ea typeface="Calibri" panose="020F0502020204030204" charset="0"/>
          <a:cs typeface="Calibri" panose="020F050202020403020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Calibri" panose="020F0502020204030204" charset="0"/>
          <a:ea typeface="Calibri" panose="020F0502020204030204" charset="0"/>
          <a:cs typeface="Calibri" panose="020F050202020403020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Calibri" panose="020F0502020204030204" charset="0"/>
          <a:ea typeface="Calibri" panose="020F0502020204030204" charset="0"/>
          <a:cs typeface="Calibri" panose="020F050202020403020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image" Target="../media/image1.emf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image" Target="../media/image3.emf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emf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em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emf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emf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emf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image" Target="../media/image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1701947" y="120836"/>
            <a:ext cx="7242235" cy="4507606"/>
            <a:chOff x="-642827" y="-801142"/>
            <a:chExt cx="13477653" cy="8460283"/>
          </a:xfrm>
        </p:grpSpPr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-642827" y="-801142"/>
              <a:ext cx="13477653" cy="8460283"/>
            </a:xfrm>
            <a:prstGeom prst="rect">
              <a:avLst/>
            </a:prstGeom>
          </p:spPr>
        </p:pic>
        <p:pic>
          <p:nvPicPr>
            <p:cNvPr id="6" name="图片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34354" y="119835"/>
              <a:ext cx="7723292" cy="6618329"/>
            </a:xfrm>
            <a:prstGeom prst="rect">
              <a:avLst/>
            </a:prstGeom>
          </p:spPr>
        </p:pic>
      </p:grpSp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2441701" y="5834860"/>
            <a:ext cx="6661533" cy="151200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2225971" y="4495145"/>
            <a:ext cx="7092991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b="1" dirty="0">
                <a:solidFill>
                  <a:srgbClr val="030000"/>
                </a:solidFill>
                <a:latin typeface="Calibri" panose="020F0502020204030204" charset="0"/>
                <a:ea typeface="Calibri" panose="020F0502020204030204" charset="0"/>
                <a:cs typeface="Calibri" panose="020F0502020204030204" charset="0"/>
              </a:rPr>
              <a:t>C#</a:t>
            </a:r>
            <a:endParaRPr lang="en-US" altLang="zh-CN" sz="4000" b="1" dirty="0">
              <a:solidFill>
                <a:srgbClr val="030000"/>
              </a:solidFill>
              <a:latin typeface="Calibri" panose="020F0502020204030204" charset="0"/>
              <a:ea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577601" y="6219740"/>
            <a:ext cx="4680585" cy="398780"/>
          </a:xfrm>
          <a:prstGeom prst="rect">
            <a:avLst/>
          </a:prstGeom>
          <a:solidFill>
            <a:srgbClr val="90C9D5"/>
          </a:solidFill>
        </p:spPr>
        <p:txBody>
          <a:bodyPr wrap="none" rtlCol="0">
            <a:spAutoFit/>
          </a:bodyPr>
          <a:lstStyle/>
          <a:p>
            <a:r>
              <a:rPr lang="en-US" altLang="zh-CN" sz="20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charset="0"/>
                <a:ea typeface="Calibri" panose="020F0502020204030204" charset="0"/>
                <a:cs typeface="Calibri" panose="020F0502020204030204" charset="0"/>
              </a:rPr>
              <a:t>Student: Shukirillaev Mukhammadsodik</a:t>
            </a:r>
            <a:endParaRPr lang="en-US" altLang="zh-CN" sz="2400" b="1" dirty="0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charset="0"/>
              <a:ea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9720459" y="6218470"/>
            <a:ext cx="1837690" cy="398780"/>
          </a:xfrm>
          <a:prstGeom prst="rect">
            <a:avLst/>
          </a:prstGeom>
          <a:solidFill>
            <a:srgbClr val="F3C900"/>
          </a:solidFill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charset="0"/>
                <a:ea typeface="Calibri" panose="020F0502020204030204" charset="0"/>
                <a:cs typeface="Calibri" panose="020F0502020204030204" charset="0"/>
              </a:rPr>
              <a:t>ID: 202438379</a:t>
            </a:r>
            <a:endParaRPr lang="en-US" sz="2000" dirty="0" smtClean="0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charset="0"/>
              <a:ea typeface="Calibri" panose="020F0502020204030204" charset="0"/>
              <a:cs typeface="Calibri" panose="020F050202020403020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ldLvl="0" animBg="1"/>
      <p:bldP spid="10" grpId="0" bldLvl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图片 2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V="1">
            <a:off x="2876409" y="4830936"/>
            <a:ext cx="6661533" cy="151200"/>
          </a:xfrm>
          <a:prstGeom prst="rect">
            <a:avLst/>
          </a:prstGeom>
        </p:spPr>
      </p:pic>
      <p:pic>
        <p:nvPicPr>
          <p:cNvPr id="31" name="图片 3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9935" y="879231"/>
            <a:ext cx="4288296" cy="3628121"/>
          </a:xfrm>
          <a:prstGeom prst="rect">
            <a:avLst/>
          </a:prstGeom>
        </p:spPr>
      </p:pic>
      <p:sp>
        <p:nvSpPr>
          <p:cNvPr id="32" name="文本框 31"/>
          <p:cNvSpPr txBox="1"/>
          <p:nvPr/>
        </p:nvSpPr>
        <p:spPr>
          <a:xfrm>
            <a:off x="759688" y="5229056"/>
            <a:ext cx="10952480" cy="953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2800" b="1" dirty="0">
                <a:solidFill>
                  <a:srgbClr val="030000"/>
                </a:solidFill>
                <a:latin typeface="Calibri" panose="020F0502020204030204" charset="0"/>
                <a:ea typeface="Calibri" panose="020F0502020204030204" charset="0"/>
                <a:cs typeface="Calibri" panose="020F0502020204030204" charset="0"/>
              </a:rPr>
              <a:t>Write a c# program to check the sum of the two given integers. </a:t>
            </a:r>
            <a:endParaRPr lang="en-US" altLang="en-US" sz="2800" b="1" dirty="0">
              <a:solidFill>
                <a:srgbClr val="030000"/>
              </a:solidFill>
              <a:latin typeface="Calibri" panose="020F0502020204030204" charset="0"/>
              <a:ea typeface="Calibri" panose="020F0502020204030204" charset="0"/>
              <a:cs typeface="Calibri" panose="020F0502020204030204" charset="0"/>
            </a:endParaRPr>
          </a:p>
          <a:p>
            <a:pPr algn="ctr"/>
            <a:r>
              <a:rPr lang="en-US" altLang="en-US" sz="2800" b="1" dirty="0">
                <a:solidFill>
                  <a:srgbClr val="030000"/>
                </a:solidFill>
                <a:latin typeface="Calibri" panose="020F0502020204030204" charset="0"/>
                <a:ea typeface="Calibri" panose="020F0502020204030204" charset="0"/>
                <a:cs typeface="Calibri" panose="020F0502020204030204" charset="0"/>
              </a:rPr>
              <a:t>Return true if one of the integers is 20 or if their sum is 20</a:t>
            </a:r>
            <a:endParaRPr lang="en-US" altLang="en-US" sz="2800" b="1" dirty="0">
              <a:solidFill>
                <a:srgbClr val="030000"/>
              </a:solidFill>
              <a:latin typeface="Calibri" panose="020F0502020204030204" charset="0"/>
              <a:ea typeface="Calibri" panose="020F0502020204030204" charset="0"/>
              <a:cs typeface="Calibri" panose="020F0502020204030204" charset="0"/>
            </a:endParaRPr>
          </a:p>
        </p:txBody>
      </p:sp>
      <p:pic>
        <p:nvPicPr>
          <p:cNvPr id="33" name="图片 3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5483" y="157527"/>
            <a:ext cx="7337410" cy="461023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 rotWithShape="1">
          <a:blip r:embed="rId1"/>
          <a:srcRect l="54783"/>
          <a:stretch>
            <a:fillRect/>
          </a:stretch>
        </p:blipFill>
        <p:spPr>
          <a:xfrm rot="5400000" flipH="1">
            <a:off x="9377519" y="-261480"/>
            <a:ext cx="2355628" cy="3273334"/>
          </a:xfrm>
          <a:prstGeom prst="rect">
            <a:avLst/>
          </a:prstGeom>
        </p:spPr>
      </p:pic>
      <p:pic>
        <p:nvPicPr>
          <p:cNvPr id="4" name="Picture 3" descr="Screenshot 2025-11-21 at 10.53.30 A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9750" y="1878330"/>
            <a:ext cx="3048000" cy="1739900"/>
          </a:xfrm>
          <a:prstGeom prst="rect">
            <a:avLst/>
          </a:prstGeom>
        </p:spPr>
      </p:pic>
      <p:pic>
        <p:nvPicPr>
          <p:cNvPr id="5" name="Picture 4" descr="Screenshot 2025-11-21 at 10.54.43 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426720"/>
            <a:ext cx="7048500" cy="5130800"/>
          </a:xfrm>
          <a:prstGeom prst="rect">
            <a:avLst/>
          </a:prstGeom>
        </p:spPr>
      </p:pic>
      <p:pic>
        <p:nvPicPr>
          <p:cNvPr id="6" name="Picture 5" descr="Screenshot 2025-11-21 at 10.55.06 A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9750" y="3889375"/>
            <a:ext cx="3047365" cy="188150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8" name="图片 7"/>
          <p:cNvPicPr>
            <a:picLocks noChangeAspect="1"/>
          </p:cNvPicPr>
          <p:nvPr/>
        </p:nvPicPr>
        <p:blipFill rotWithShape="1">
          <a:blip r:embed="rId1"/>
          <a:srcRect l="54783"/>
          <a:stretch>
            <a:fillRect/>
          </a:stretch>
        </p:blipFill>
        <p:spPr>
          <a:xfrm rot="5400000" flipH="1">
            <a:off x="9377519" y="-261480"/>
            <a:ext cx="2355628" cy="327333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8" name="图片 7"/>
          <p:cNvPicPr>
            <a:picLocks noChangeAspect="1"/>
          </p:cNvPicPr>
          <p:nvPr/>
        </p:nvPicPr>
        <p:blipFill rotWithShape="1">
          <a:blip r:embed="rId1"/>
          <a:srcRect l="54783"/>
          <a:stretch>
            <a:fillRect/>
          </a:stretch>
        </p:blipFill>
        <p:spPr>
          <a:xfrm rot="5400000" flipH="1">
            <a:off x="9377519" y="-261480"/>
            <a:ext cx="2355628" cy="327333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8" name="图片 7"/>
          <p:cNvPicPr>
            <a:picLocks noChangeAspect="1"/>
          </p:cNvPicPr>
          <p:nvPr/>
        </p:nvPicPr>
        <p:blipFill rotWithShape="1">
          <a:blip r:embed="rId1"/>
          <a:srcRect l="54783"/>
          <a:stretch>
            <a:fillRect/>
          </a:stretch>
        </p:blipFill>
        <p:spPr>
          <a:xfrm rot="5400000" flipH="1">
            <a:off x="9377519" y="-261480"/>
            <a:ext cx="2355628" cy="327333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8" name="图片 7"/>
          <p:cNvPicPr>
            <a:picLocks noChangeAspect="1"/>
          </p:cNvPicPr>
          <p:nvPr/>
        </p:nvPicPr>
        <p:blipFill rotWithShape="1">
          <a:blip r:embed="rId1"/>
          <a:srcRect l="54783"/>
          <a:stretch>
            <a:fillRect/>
          </a:stretch>
        </p:blipFill>
        <p:spPr>
          <a:xfrm rot="5400000" flipH="1">
            <a:off x="9377519" y="-261480"/>
            <a:ext cx="2355628" cy="327333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1701947" y="203966"/>
            <a:ext cx="7242235" cy="4507606"/>
            <a:chOff x="-642827" y="-801142"/>
            <a:chExt cx="13477653" cy="8460283"/>
          </a:xfrm>
        </p:grpSpPr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-642827" y="-801142"/>
              <a:ext cx="13477653" cy="8460283"/>
            </a:xfrm>
            <a:prstGeom prst="rect">
              <a:avLst/>
            </a:prstGeom>
          </p:spPr>
        </p:pic>
        <p:pic>
          <p:nvPicPr>
            <p:cNvPr id="6" name="图片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34354" y="119835"/>
              <a:ext cx="7723292" cy="6618329"/>
            </a:xfrm>
            <a:prstGeom prst="rect">
              <a:avLst/>
            </a:prstGeom>
          </p:spPr>
        </p:pic>
      </p:grpSp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2441701" y="5710167"/>
            <a:ext cx="6661533" cy="151200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2225973" y="4711572"/>
            <a:ext cx="7092991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5400" b="1" dirty="0">
                <a:solidFill>
                  <a:srgbClr val="030000"/>
                </a:solidFill>
                <a:latin typeface="Calibri" panose="020F0502020204030204" charset="0"/>
                <a:ea typeface="Calibri" panose="020F0502020204030204" charset="0"/>
                <a:cs typeface="Calibri" panose="020F0502020204030204" charset="0"/>
              </a:rPr>
              <a:t>Thank you!</a:t>
            </a:r>
            <a:endParaRPr lang="zh-CN" altLang="en-US" sz="5400" b="1" dirty="0">
              <a:solidFill>
                <a:srgbClr val="030000"/>
              </a:solidFill>
              <a:latin typeface="Calibri" panose="020F0502020204030204" charset="0"/>
              <a:ea typeface="Calibri" panose="020F0502020204030204" charset="0"/>
              <a:cs typeface="Calibri" panose="020F050202020403020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Calibr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Calibri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Calibri"/>
        <a:font script="Hant" typeface="新細明體"/>
        <a:font script="Arab" typeface="Calibri"/>
        <a:font script="Hebr" typeface="Calibri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Calibri"/>
        <a:font script="Laoo" typeface="DokChampa"/>
        <a:font script="Sinh" typeface="Iskoola Pota"/>
        <a:font script="Mong" typeface="Mongolian Baiti"/>
        <a:font script="Viet" typeface="Calibri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Calibr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Calibri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Calibri"/>
        <a:font script="Hant" typeface="新細明體"/>
        <a:font script="Arab" typeface="Calibri"/>
        <a:font script="Hebr" typeface="Calibri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Calibri"/>
        <a:font script="Laoo" typeface="DokChampa"/>
        <a:font script="Sinh" typeface="Iskoola Pota"/>
        <a:font script="Mong" typeface="Mongolian Baiti"/>
        <a:font script="Viet" typeface="Calibri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Calibr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Calibri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Calibri"/>
        <a:font script="Hant" typeface="新細明體"/>
        <a:font script="Arab" typeface="Calibri"/>
        <a:font script="Hebr" typeface="Calibri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Calibri"/>
        <a:font script="Laoo" typeface="DokChampa"/>
        <a:font script="Sinh" typeface="Iskoola Pota"/>
        <a:font script="Mong" typeface="Mongolian Baiti"/>
        <a:font script="Viet" typeface="Calibri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186</Words>
  <Application>WPS Presentation</Application>
  <PresentationFormat>宽屏</PresentationFormat>
  <Paragraphs>11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21" baseType="lpstr">
      <vt:lpstr>Arial</vt:lpstr>
      <vt:lpstr>SimSun</vt:lpstr>
      <vt:lpstr>Wingdings</vt:lpstr>
      <vt:lpstr>Calibri</vt:lpstr>
      <vt:lpstr>Helvetica Neue</vt:lpstr>
      <vt:lpstr>宋体-简</vt:lpstr>
      <vt:lpstr>Microsoft YaHei</vt:lpstr>
      <vt:lpstr>汉仪旗黑</vt:lpstr>
      <vt:lpstr>Arial Unicode MS</vt:lpstr>
      <vt:lpstr>SimSun</vt:lpstr>
      <vt:lpstr>Calibri</vt:lpstr>
      <vt:lpstr>Gill Sans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Microsoft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PC</dc:creator>
  <cp:lastModifiedBy>Muhammadsodiq Shukurillayev</cp:lastModifiedBy>
  <cp:revision>63</cp:revision>
  <dcterms:created xsi:type="dcterms:W3CDTF">2025-11-21T01:55:53Z</dcterms:created>
  <dcterms:modified xsi:type="dcterms:W3CDTF">2025-11-21T01:55:53Z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1033-12.1.23143.23143</vt:lpwstr>
  </property>
  <property fmtid="{D5CDD505-2E9C-101B-9397-08002B2CF9AE}" pid="3" name="ICV">
    <vt:lpwstr>BDB0A9BB3EB2A2568AC51F6966D0B628_41</vt:lpwstr>
  </property>
</Properties>
</file>