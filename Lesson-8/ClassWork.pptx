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3"/>
    <p:sldId id="269" r:id="rId4"/>
    <p:sldId id="280" r:id="rId5"/>
    <p:sldId id="281" r:id="rId6"/>
    <p:sldId id="282" r:id="rId7"/>
    <p:sldId id="27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9D5"/>
    <a:srgbClr val="F3C900"/>
    <a:srgbClr val="FFD000"/>
    <a:srgbClr val="40B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9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48185260-5B6C-484A-8636-B5911F59C7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F75F3C3A-4CFF-45E7-A74F-3D5C546B81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01947" y="120836"/>
            <a:ext cx="7242235" cy="4507606"/>
            <a:chOff x="-642827" y="-801142"/>
            <a:chExt cx="13477653" cy="846028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642827" y="-801142"/>
              <a:ext cx="13477653" cy="846028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4354" y="119835"/>
              <a:ext cx="7723292" cy="6618329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441701" y="5834860"/>
            <a:ext cx="6661533" cy="151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25971" y="4495145"/>
            <a:ext cx="709299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3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C#</a:t>
            </a:r>
            <a:endParaRPr lang="en-US" altLang="zh-CN" sz="4000" b="1" dirty="0">
              <a:solidFill>
                <a:srgbClr val="03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7601" y="6219740"/>
            <a:ext cx="4680585" cy="398780"/>
          </a:xfrm>
          <a:prstGeom prst="rect">
            <a:avLst/>
          </a:prstGeom>
          <a:solidFill>
            <a:srgbClr val="90C9D5"/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Student: Shukirillaev Mukhammadsodik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20459" y="6218470"/>
            <a:ext cx="1837690" cy="398780"/>
          </a:xfrm>
          <a:prstGeom prst="rect">
            <a:avLst/>
          </a:prstGeom>
          <a:solidFill>
            <a:srgbClr val="F3C900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ID: 202438379</a:t>
            </a:r>
            <a:endParaRPr 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l="54783"/>
          <a:stretch>
            <a:fillRect/>
          </a:stretch>
        </p:blipFill>
        <p:spPr>
          <a:xfrm rot="5400000" flipH="1">
            <a:off x="9377519" y="-261480"/>
            <a:ext cx="2355628" cy="3273334"/>
          </a:xfrm>
          <a:prstGeom prst="rect">
            <a:avLst/>
          </a:prstGeom>
        </p:spPr>
      </p:pic>
      <p:pic>
        <p:nvPicPr>
          <p:cNvPr id="4" name="Picture 3" descr="Screenshot 2025-11-21 at 10.53.3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750" y="1878330"/>
            <a:ext cx="3048000" cy="1739900"/>
          </a:xfrm>
          <a:prstGeom prst="rect">
            <a:avLst/>
          </a:prstGeom>
        </p:spPr>
      </p:pic>
      <p:pic>
        <p:nvPicPr>
          <p:cNvPr id="5" name="Picture 4" descr="Screenshot 2025-11-21 at 10.54.43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" y="1613535"/>
            <a:ext cx="7048500" cy="5130800"/>
          </a:xfrm>
          <a:prstGeom prst="rect">
            <a:avLst/>
          </a:prstGeom>
        </p:spPr>
      </p:pic>
      <p:pic>
        <p:nvPicPr>
          <p:cNvPr id="6" name="Picture 5" descr="Screenshot 2025-11-21 at 10.55.06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750" y="3889375"/>
            <a:ext cx="3047365" cy="188150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55270" y="325755"/>
            <a:ext cx="85064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03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Write a c# program to check the sum of the two given integers. </a:t>
            </a:r>
            <a:endParaRPr lang="en-US" altLang="en-US" sz="2000" b="1" dirty="0">
              <a:solidFill>
                <a:srgbClr val="03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en-US" sz="2000" b="1" dirty="0">
                <a:solidFill>
                  <a:srgbClr val="03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Return true if one of the integers is 20 or if their sum is 20</a:t>
            </a:r>
            <a:endParaRPr lang="en-US" altLang="en-US" sz="2000" b="1" dirty="0">
              <a:solidFill>
                <a:srgbClr val="03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l="54783"/>
          <a:stretch>
            <a:fillRect/>
          </a:stretch>
        </p:blipFill>
        <p:spPr>
          <a:xfrm rot="5400000" flipH="1">
            <a:off x="9377519" y="-261480"/>
            <a:ext cx="2355628" cy="3273334"/>
          </a:xfrm>
          <a:prstGeom prst="rect">
            <a:avLst/>
          </a:prstGeom>
        </p:spPr>
      </p:pic>
      <p:pic>
        <p:nvPicPr>
          <p:cNvPr id="2" name="Picture 1" descr="Screenshot 2025-11-21 at 10.58.5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75" y="1722120"/>
            <a:ext cx="5918200" cy="27940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55270" y="325755"/>
            <a:ext cx="8506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03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Converting given string into a lower case</a:t>
            </a:r>
            <a:endParaRPr lang="en-US" altLang="en-US" sz="2000" b="1" dirty="0">
              <a:solidFill>
                <a:srgbClr val="03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Picture 2" descr="Screenshot 2025-11-21 at 10.59.29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195" y="4651375"/>
            <a:ext cx="49276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l="54783"/>
          <a:stretch>
            <a:fillRect/>
          </a:stretch>
        </p:blipFill>
        <p:spPr>
          <a:xfrm rot="5400000" flipH="1">
            <a:off x="9377519" y="-261480"/>
            <a:ext cx="2355628" cy="3273334"/>
          </a:xfrm>
          <a:prstGeom prst="rect">
            <a:avLst/>
          </a:prstGeom>
        </p:spPr>
      </p:pic>
      <p:pic>
        <p:nvPicPr>
          <p:cNvPr id="2" name="Picture 1" descr="Screenshot 2025-11-21 at 11.09.4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2552700"/>
            <a:ext cx="9639300" cy="1536700"/>
          </a:xfrm>
          <a:prstGeom prst="rect">
            <a:avLst/>
          </a:prstGeom>
        </p:spPr>
      </p:pic>
      <p:pic>
        <p:nvPicPr>
          <p:cNvPr id="3" name="Picture 2" descr="Screenshot 2025-11-21 at 11.10.03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5040" y="861060"/>
            <a:ext cx="774700" cy="57912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55270" y="325755"/>
            <a:ext cx="8506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03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Print odd number from 1 to 99</a:t>
            </a:r>
            <a:endParaRPr lang="en-US" altLang="en-US" sz="2000" b="1" dirty="0">
              <a:solidFill>
                <a:srgbClr val="03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l="54783"/>
          <a:stretch>
            <a:fillRect/>
          </a:stretch>
        </p:blipFill>
        <p:spPr>
          <a:xfrm rot="5400000" flipH="1">
            <a:off x="9377519" y="-261480"/>
            <a:ext cx="2355628" cy="3273334"/>
          </a:xfrm>
          <a:prstGeom prst="rect">
            <a:avLst/>
          </a:prstGeom>
        </p:spPr>
      </p:pic>
      <p:pic>
        <p:nvPicPr>
          <p:cNvPr id="2" name="Picture 1" descr="Screenshot 2025-11-21 at 11.25.2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" y="389890"/>
            <a:ext cx="5613400" cy="6273800"/>
          </a:xfrm>
          <a:prstGeom prst="rect">
            <a:avLst/>
          </a:prstGeom>
        </p:spPr>
      </p:pic>
      <p:pic>
        <p:nvPicPr>
          <p:cNvPr id="3" name="Picture 2" descr="Screenshot 2025-11-21 at 11.25.31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90" y="2302510"/>
            <a:ext cx="21971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01947" y="203966"/>
            <a:ext cx="7242235" cy="4507606"/>
            <a:chOff x="-642827" y="-801142"/>
            <a:chExt cx="13477653" cy="846028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642827" y="-801142"/>
              <a:ext cx="13477653" cy="846028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4354" y="119835"/>
              <a:ext cx="7723292" cy="6618329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441701" y="5710167"/>
            <a:ext cx="6661533" cy="151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25973" y="4711572"/>
            <a:ext cx="709299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03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Thank you!</a:t>
            </a:r>
            <a:endParaRPr lang="zh-CN" altLang="en-US" sz="5400" b="1" dirty="0">
              <a:solidFill>
                <a:srgbClr val="030000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Calibr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Calibri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WPS Presentation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Helvetica Neue</vt:lpstr>
      <vt:lpstr>宋体-简</vt:lpstr>
      <vt:lpstr>Microsoft YaHei</vt:lpstr>
      <vt:lpstr>汉仪旗黑</vt:lpstr>
      <vt:lpstr>Arial Unicode MS</vt:lpstr>
      <vt:lpstr>SimSun</vt:lpstr>
      <vt:lpstr>Calibri</vt:lpstr>
      <vt:lpstr>Gill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Muhammadsodiq Shukurillayev</cp:lastModifiedBy>
  <cp:revision>65</cp:revision>
  <dcterms:created xsi:type="dcterms:W3CDTF">2025-11-21T02:33:54Z</dcterms:created>
  <dcterms:modified xsi:type="dcterms:W3CDTF">2025-11-21T02:33:54Z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1033-12.1.23143.23143</vt:lpwstr>
  </property>
  <property fmtid="{D5CDD505-2E9C-101B-9397-08002B2CF9AE}" pid="3" name="ICV">
    <vt:lpwstr>BDB0A9BB3EB2A2568AC51F6966D0B628_41</vt:lpwstr>
  </property>
</Properties>
</file>