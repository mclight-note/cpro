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8" r:id="rId3"/>
    <p:sldId id="277" r:id="rId4"/>
    <p:sldId id="280" r:id="rId5"/>
    <p:sldId id="284" r:id="rId6"/>
    <p:sldId id="282" r:id="rId7"/>
    <p:sldId id="283" r:id="rId8"/>
    <p:sldId id="281" r:id="rId9"/>
    <p:sldId id="27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ly-arranged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D909C-314B-41A5-B1EB-A743A973AC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5AB7F-6AF3-4DEE-BA13-872DAD2C9D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3255" y="1790700"/>
            <a:ext cx="7969250" cy="14770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C#</a:t>
            </a:r>
            <a:endParaRPr lang="en-US" altLang="zh-CN" sz="9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文本占位符 13"/>
          <p:cNvSpPr txBox="1"/>
          <p:nvPr/>
        </p:nvSpPr>
        <p:spPr>
          <a:xfrm>
            <a:off x="2734945" y="3568700"/>
            <a:ext cx="2303145" cy="6172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vert="horz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997072" y="3619165"/>
            <a:ext cx="3775932" cy="4921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6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Shukirillaev</a:t>
            </a:r>
            <a:endParaRPr lang="en-US" altLang="zh-CN" sz="16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/>
            <a:r>
              <a:rPr lang="en-US" altLang="zh-CN" sz="16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Mukhammad</a:t>
            </a:r>
            <a:endParaRPr lang="en-US" altLang="zh-CN" sz="16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5"/>
          <p:cNvSpPr txBox="1"/>
          <p:nvPr/>
        </p:nvSpPr>
        <p:spPr>
          <a:xfrm>
            <a:off x="669925" y="2812415"/>
            <a:ext cx="7287895" cy="15976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457200" algn="ctr"/>
            <a:r>
              <a:rPr lang="en-US" altLang="en-US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Difference between int16, int 32, int64</a:t>
            </a:r>
            <a:endParaRPr lang="en-US" altLang="en-US" sz="5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331518" y="2531033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31246" y="4468418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1161" y="593365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9" y="4881880"/>
            <a:ext cx="609533" cy="6095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55" y="2828781"/>
            <a:ext cx="766191" cy="7661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7" y="904731"/>
            <a:ext cx="766191" cy="766191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8613140" y="904875"/>
            <a:ext cx="3435350" cy="4925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16-bit (short) is used when we know numbers are small to save memory.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32-bit (int) is the most common choice for general integers; fast and sufficient for most cases.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64-bit (long) is used when numbers can be very large, like file sizes, population counts, or big IDs.</a:t>
            </a:r>
            <a:endParaRPr lang="en-US"/>
          </a:p>
        </p:txBody>
      </p:sp>
      <p:pic>
        <p:nvPicPr>
          <p:cNvPr id="11" name="Picture 10" descr="Screenshot 2025-09-26 at 11.30.34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300" y="811530"/>
            <a:ext cx="6626860" cy="4801235"/>
          </a:xfrm>
          <a:prstGeom prst="rect">
            <a:avLst/>
          </a:prstGeom>
        </p:spPr>
      </p:pic>
      <p:pic>
        <p:nvPicPr>
          <p:cNvPr id="14" name="Picture 13" descr="Screenshot 2025-09-26 at 11.34.05 AM"/>
          <p:cNvPicPr>
            <a:picLocks noChangeAspect="1"/>
          </p:cNvPicPr>
          <p:nvPr/>
        </p:nvPicPr>
        <p:blipFill>
          <a:blip r:embed="rId5"/>
          <a:srcRect l="22426" b="27145"/>
          <a:stretch>
            <a:fillRect/>
          </a:stretch>
        </p:blipFill>
        <p:spPr>
          <a:xfrm>
            <a:off x="8512810" y="4981575"/>
            <a:ext cx="3206115" cy="16281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331518" y="2531033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31246" y="4468418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1161" y="593365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9" y="4881880"/>
            <a:ext cx="609533" cy="6095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55" y="2828781"/>
            <a:ext cx="766191" cy="7661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7" y="904731"/>
            <a:ext cx="766191" cy="766191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692910" y="19812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000"/>
              <a:t>Output:</a:t>
            </a:r>
            <a:endParaRPr lang="en-US" sz="4000"/>
          </a:p>
        </p:txBody>
      </p:sp>
      <p:pic>
        <p:nvPicPr>
          <p:cNvPr id="4" name="Picture 3" descr="Screenshot 2025-09-26 at 11.31.41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6440" y="1315720"/>
            <a:ext cx="4604385" cy="4410710"/>
          </a:xfrm>
          <a:prstGeom prst="rect">
            <a:avLst/>
          </a:prstGeom>
        </p:spPr>
      </p:pic>
      <p:pic>
        <p:nvPicPr>
          <p:cNvPr id="5" name="Picture 4" descr="Screenshot 2025-09-26 at 11.31.56 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355" y="2828925"/>
            <a:ext cx="2574925" cy="12465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5"/>
          <p:cNvSpPr txBox="1"/>
          <p:nvPr/>
        </p:nvSpPr>
        <p:spPr>
          <a:xfrm>
            <a:off x="669925" y="2812415"/>
            <a:ext cx="7287895" cy="15976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457200" algn="ctr"/>
            <a:r>
              <a:rPr lang="en-US" altLang="en-US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Double &amp; Decimal</a:t>
            </a:r>
            <a:endParaRPr lang="en-US" altLang="en-US" sz="5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331518" y="2531033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31246" y="4468418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1161" y="593365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9" y="4881880"/>
            <a:ext cx="609533" cy="6095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55" y="2828781"/>
            <a:ext cx="766191" cy="7661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7" y="904731"/>
            <a:ext cx="766191" cy="766191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8837295" y="904875"/>
            <a:ext cx="3211195" cy="3904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double is 64-bit binary floating-point; use for scientific, engineering, or approximate calculations where tiny rounding errors are okay.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decimal is 128-bit decimal floating-point; use for money, finance, or any calculation requiring exact decimal precision.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2783840" y="5041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Double &amp; Decimal</a:t>
            </a:r>
            <a:endParaRPr lang="en-US"/>
          </a:p>
        </p:txBody>
      </p:sp>
      <p:pic>
        <p:nvPicPr>
          <p:cNvPr id="11" name="Picture 10" descr="Screenshot 2025-09-26 at 11.33.08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395" y="971550"/>
            <a:ext cx="6903085" cy="4451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/>
        </p:nvSpPr>
        <p:spPr>
          <a:xfrm>
            <a:off x="331518" y="2531033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31246" y="4468418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31161" y="593365"/>
            <a:ext cx="1361686" cy="1361686"/>
          </a:xfrm>
          <a:prstGeom prst="ellipse">
            <a:avLst/>
          </a:prstGeom>
          <a:solidFill>
            <a:srgbClr val="1B2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9" y="4881880"/>
            <a:ext cx="609533" cy="6095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55" y="2828781"/>
            <a:ext cx="766191" cy="7661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57" y="904731"/>
            <a:ext cx="766191" cy="766191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692910" y="19812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000"/>
              <a:t>Output:</a:t>
            </a:r>
            <a:endParaRPr lang="en-US" sz="4000"/>
          </a:p>
        </p:txBody>
      </p:sp>
      <p:pic>
        <p:nvPicPr>
          <p:cNvPr id="11" name="Picture 10" descr="Screenshot 2025-09-26 at 11.32.19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315" y="1941195"/>
            <a:ext cx="5473700" cy="2527300"/>
          </a:xfrm>
          <a:prstGeom prst="rect">
            <a:avLst/>
          </a:prstGeom>
        </p:spPr>
      </p:pic>
      <p:pic>
        <p:nvPicPr>
          <p:cNvPr id="14" name="Picture 13" descr="Screenshot 2025-09-26 at 11.33.33 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570" y="2828925"/>
            <a:ext cx="3057525" cy="845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3255" y="1790700"/>
            <a:ext cx="7969250" cy="14770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dist"/>
            <a:r>
              <a:rPr lang="en-US" sz="9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THANK YOU</a:t>
            </a:r>
            <a:endParaRPr lang="en-US" sz="9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文本占位符 13"/>
          <p:cNvSpPr txBox="1"/>
          <p:nvPr/>
        </p:nvSpPr>
        <p:spPr>
          <a:xfrm>
            <a:off x="1719618" y="3639537"/>
            <a:ext cx="4421875" cy="435945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vert="horz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997072" y="3703620"/>
            <a:ext cx="3775932" cy="24574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6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FOR YOUR ATTENTION!</a:t>
            </a:r>
            <a:endParaRPr lang="en-US" altLang="zh-CN" sz="16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</Words>
  <Application>WPS Presentation</Application>
  <PresentationFormat>宽屏</PresentationFormat>
  <Paragraphs>32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SimSun</vt:lpstr>
      <vt:lpstr>宋体-简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Muhammadsodiq Shukurillayev</cp:lastModifiedBy>
  <cp:revision>17</cp:revision>
  <dcterms:created xsi:type="dcterms:W3CDTF">2025-09-26T02:34:22Z</dcterms:created>
  <dcterms:modified xsi:type="dcterms:W3CDTF">2025-09-26T02:34:22Z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1033-12.1.21937.21937</vt:lpwstr>
  </property>
  <property fmtid="{D5CDD505-2E9C-101B-9397-08002B2CF9AE}" pid="3" name="ICV">
    <vt:lpwstr>B9A74E3BC657062FB8F4D568B34A961B_43</vt:lpwstr>
  </property>
</Properties>
</file>