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0E2F7-B6B5-40C3-8FDC-92CA518968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7F1A94-DE6D-4874-A64B-09BC57EABE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59726A-E2E2-4632-95D9-AE6F213F1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78097-8722-4F8F-BFAD-C29ACAFFD9F4}" type="datetimeFigureOut">
              <a:rPr lang="en-GB" smtClean="0"/>
              <a:t>17/09/2025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D11C54-00D8-4DB8-9CA3-0EA7FFBE6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FCC1F-A007-41DB-8773-86DB6F54B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C46B7-6215-4357-9F18-B6133CD9555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6460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EE242-78C5-4210-BFA7-E6165E367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DCA9F1-7EE4-489F-9586-229E64B54A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E54431-D705-489C-8C4D-207C7D32B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78097-8722-4F8F-BFAD-C29ACAFFD9F4}" type="datetimeFigureOut">
              <a:rPr lang="en-GB" smtClean="0"/>
              <a:t>17/09/2025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85C9F5-22E3-4030-BC3E-46270176F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E49E69-96B6-4064-9F91-EF1EEA84D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C46B7-6215-4357-9F18-B6133CD9555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7703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0D94F-47FD-46B8-95CC-74C60597E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70C733-42FF-4FAB-8676-083F2E8255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8A4FE6-FEE3-4290-A485-A5F0481DA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78097-8722-4F8F-BFAD-C29ACAFFD9F4}" type="datetimeFigureOut">
              <a:rPr lang="en-GB" smtClean="0"/>
              <a:t>17/09/2025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24C469-85FE-4419-97C6-9C61F66CA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221A0E-4525-441C-9016-AB98F5F4D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C46B7-6215-4357-9F18-B6133CD9555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6747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17359-1E3F-4105-961B-B44585DAD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02050-BC1F-4304-A646-8FA7E6CE99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E94873-51C4-4BB2-B792-6C246B2625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C67BAD-1622-402C-87BF-E1D92B11B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78097-8722-4F8F-BFAD-C29ACAFFD9F4}" type="datetimeFigureOut">
              <a:rPr lang="en-GB" smtClean="0"/>
              <a:t>17/09/2025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DD9653-4564-447D-ABDC-E5E7BC88C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B31EBF-7868-4E34-8DAF-E22BB72D1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C46B7-6215-4357-9F18-B6133CD9555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762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B9426-A81E-47EF-9A58-66EC732D6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E62BA0-6768-4269-94E2-CAD430EC03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0220EB-95FA-4A89-A4E8-8E9E26C741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B5149C-79C6-4F6C-80BF-F181981BD6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1BBBEC-23EB-4E5C-971B-834C7C01ED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068195-8D14-49F4-A84F-1D2DE0BCA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78097-8722-4F8F-BFAD-C29ACAFFD9F4}" type="datetimeFigureOut">
              <a:rPr lang="en-GB" smtClean="0"/>
              <a:t>17/09/2025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F2C819-5AEA-4F30-A09A-704CD0E2A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90CEF5-03E8-4E9B-8C88-DE38F24EB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C46B7-6215-4357-9F18-B6133CD9555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1850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17C23-0626-4792-AC98-9F9FFE40D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558F18-F0B1-4B6B-8CC3-72C4842FC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78097-8722-4F8F-BFAD-C29ACAFFD9F4}" type="datetimeFigureOut">
              <a:rPr lang="en-GB" smtClean="0"/>
              <a:t>17/09/2025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6A9048-307C-4BC1-80BD-3A6FA8D92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095762-3F94-42AF-A759-AFD348F68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C46B7-6215-4357-9F18-B6133CD9555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3634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83E792-EE06-4297-ACA0-CF6C0A86D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78097-8722-4F8F-BFAD-C29ACAFFD9F4}" type="datetimeFigureOut">
              <a:rPr lang="en-GB" smtClean="0"/>
              <a:t>17/09/2025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A51F5C-7087-49F5-BA38-ABDC70BB3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FA92F1-DA86-4271-BD5C-577022E07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C46B7-6215-4357-9F18-B6133CD9555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5061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48FAD-04D3-4B61-B4B3-F589F120E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184C2-2CE3-447E-B359-CA6E3B54EB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4C3A89-658B-4CB3-8492-29A6ED7CCB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EF865A-4B28-4709-877D-0F4DF9324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78097-8722-4F8F-BFAD-C29ACAFFD9F4}" type="datetimeFigureOut">
              <a:rPr lang="en-GB" smtClean="0"/>
              <a:t>17/09/2025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567BB9-0693-4C4D-8C62-C2E5836D9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B3D1B-19CE-48A4-BE5C-B08280C68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C46B7-6215-4357-9F18-B6133CD9555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9386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7104A-6002-4FF9-AC1A-1805D56AB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D006D4-5875-4578-B879-2951DC0C63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5EAE25-E661-4CEB-ABB0-FEEE67C592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388A02-111D-42B9-B7E3-4E34DF41D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78097-8722-4F8F-BFAD-C29ACAFFD9F4}" type="datetimeFigureOut">
              <a:rPr lang="en-GB" smtClean="0"/>
              <a:t>17/09/2025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8347CF-CBA5-40B8-9C46-9EE765FBB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CD775D-B49F-44B5-9C77-5E8189ED7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C46B7-6215-4357-9F18-B6133CD9555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2743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5DF24-7635-4342-BB4A-D525FB6C1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E1317E-C845-4D3F-9AD1-F42EE5EA8D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83C22E-56E2-4D6D-B6B4-3DDACA425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78097-8722-4F8F-BFAD-C29ACAFFD9F4}" type="datetimeFigureOut">
              <a:rPr lang="en-GB" smtClean="0"/>
              <a:t>17/09/2025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ADAF0C-8A55-434E-B062-7245B2D0D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79C196-9340-4C35-BE63-22EA21A43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C46B7-6215-4357-9F18-B6133CD9555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67646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9C8AE4-D515-4AE8-808B-B63E37BCD8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63231A-F00D-4149-BECA-0A77544AFE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327E9E-4C7E-4C37-B75D-3BA33C02F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78097-8722-4F8F-BFAD-C29ACAFFD9F4}" type="datetimeFigureOut">
              <a:rPr lang="en-GB" smtClean="0"/>
              <a:t>17/09/2025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6BF8C4-DF17-4CE4-B374-E77B598A2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12C6E0-61F9-4B0E-9C92-C6D351170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C46B7-6215-4357-9F18-B6133CD9555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4123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7340FF-B5BF-4B80-818B-429963273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947D7C-860E-4944-884A-FC53C6FBD7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ECFEF2-4B17-4041-BE75-9B0DDA8A52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978097-8722-4F8F-BFAD-C29ACAFFD9F4}" type="datetimeFigureOut">
              <a:rPr lang="en-GB" smtClean="0"/>
              <a:t>17/09/2025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37983C-1281-47FF-BA8E-D519B8EBD9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9998E8-3F48-41D3-A340-231F66A187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4C46B7-6215-4357-9F18-B6133CD9555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2009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7088B-2220-4E73-8C97-00CB6861CB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More focus on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758F8C-18AE-46D4-ACA4-07D15C026D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b="1" i="1" dirty="0" err="1"/>
              <a:t>System.Console.WriteLine</a:t>
            </a:r>
            <a:endParaRPr lang="en-GB" b="1" i="1" dirty="0"/>
          </a:p>
        </p:txBody>
      </p:sp>
    </p:spTree>
    <p:extLst>
      <p:ext uri="{BB962C8B-B14F-4D97-AF65-F5344CB8AC3E}">
        <p14:creationId xmlns:p14="http://schemas.microsoft.com/office/powerpoint/2010/main" val="1719267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1C203-7946-46F7-A4D9-988EAACA0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Print Hello and Name. 5 minutes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915504-A514-4AAC-A3EA-501E43F112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Write a program to print Hello and your name in a separate line.</a:t>
            </a:r>
          </a:p>
          <a:p>
            <a:r>
              <a:rPr lang="en-GB" dirty="0"/>
              <a:t>Output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1AA058-5E88-4F3B-8877-D9C5EDB161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125" y="3538488"/>
            <a:ext cx="2778603" cy="1283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101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E7602-7302-4C50-AB1C-BF5D1031E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 of Two Numbers. 5 minutes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655699-2B7C-46BE-A415-477BA61BE3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Write a program to print the sum of two numbers.</a:t>
            </a:r>
          </a:p>
        </p:txBody>
      </p:sp>
      <p:pic>
        <p:nvPicPr>
          <p:cNvPr id="1026" name="Picture 2" descr="Flowchart: C# Sharp Exercises - Print the sum of two numbers">
            <a:extLst>
              <a:ext uri="{FF2B5EF4-FFF2-40B4-BE49-F238E27FC236}">
                <a16:creationId xmlns:a16="http://schemas.microsoft.com/office/drawing/2014/main" id="{3BA006FE-AD2A-4227-AE24-EFF4E86EBA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226" y="2359957"/>
            <a:ext cx="5334774" cy="2785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1467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A4D23-9FBF-4C99-9AF8-74E26D0E9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Divide Two Numbers. 5 minutes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8C9F08-2888-4BE9-B960-F558577084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Write a program to print the result of dividing two numbers.</a:t>
            </a:r>
          </a:p>
        </p:txBody>
      </p:sp>
      <p:pic>
        <p:nvPicPr>
          <p:cNvPr id="2050" name="Picture 2" descr="Flowchart: C# Sharp Exercises - Print the result of dividing two numbers">
            <a:extLst>
              <a:ext uri="{FF2B5EF4-FFF2-40B4-BE49-F238E27FC236}">
                <a16:creationId xmlns:a16="http://schemas.microsoft.com/office/drawing/2014/main" id="{D25E71AA-6437-4B6D-B3A2-2E1E88C513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163" y="2736476"/>
            <a:ext cx="4888421" cy="255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5327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8304C-87D3-4A98-9A8A-F2B292C06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Specified Operations Results. 10 minutes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937BEA-4176-4321-8BBB-A5B3FEA4F2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Write a program to print the results of the specified operations.</a:t>
            </a:r>
            <a:br>
              <a:rPr lang="en-GB" dirty="0"/>
            </a:br>
            <a:r>
              <a:rPr lang="en-GB" i="1" dirty="0"/>
              <a:t>Test data: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-1 + 4 * 6</a:t>
            </a:r>
          </a:p>
          <a:p>
            <a:pPr marL="0" indent="0">
              <a:buNone/>
            </a:pPr>
            <a:r>
              <a:rPr lang="en-GB" dirty="0"/>
              <a:t>( 35+ 5 ) % 7</a:t>
            </a:r>
          </a:p>
          <a:p>
            <a:pPr marL="0" indent="0">
              <a:buNone/>
            </a:pPr>
            <a:r>
              <a:rPr lang="en-GB" dirty="0"/>
              <a:t>14 + -4 * 6 / 11</a:t>
            </a:r>
          </a:p>
          <a:p>
            <a:pPr marL="0" indent="0">
              <a:buNone/>
            </a:pPr>
            <a:r>
              <a:rPr lang="en-GB" dirty="0"/>
              <a:t>2 + 15 / 6 * 1 - 7 % 2</a:t>
            </a:r>
          </a:p>
          <a:p>
            <a:r>
              <a:rPr lang="en-GB" i="1" dirty="0"/>
              <a:t>Expected Output</a:t>
            </a:r>
            <a:r>
              <a:rPr lang="en-GB" dirty="0"/>
              <a:t>:</a:t>
            </a:r>
            <a:br>
              <a:rPr lang="en-GB" dirty="0"/>
            </a:br>
            <a:r>
              <a:rPr lang="en-GB" dirty="0"/>
              <a:t>23</a:t>
            </a:r>
            <a:br>
              <a:rPr lang="en-GB" dirty="0"/>
            </a:br>
            <a:r>
              <a:rPr lang="en-GB" dirty="0"/>
              <a:t>5</a:t>
            </a:r>
            <a:br>
              <a:rPr lang="en-GB" dirty="0"/>
            </a:br>
            <a:r>
              <a:rPr lang="en-GB" dirty="0"/>
              <a:t>12</a:t>
            </a:r>
            <a:br>
              <a:rPr lang="en-GB" dirty="0"/>
            </a:br>
            <a:r>
              <a:rPr lang="en-GB" dirty="0"/>
              <a:t>3</a:t>
            </a:r>
          </a:p>
          <a:p>
            <a:endParaRPr lang="en-GB" dirty="0"/>
          </a:p>
        </p:txBody>
      </p:sp>
      <p:pic>
        <p:nvPicPr>
          <p:cNvPr id="3074" name="Picture 2" descr="Flowchart: C# Sharp Exercises - Print the result of print the result of the specified operations">
            <a:extLst>
              <a:ext uri="{FF2B5EF4-FFF2-40B4-BE49-F238E27FC236}">
                <a16:creationId xmlns:a16="http://schemas.microsoft.com/office/drawing/2014/main" id="{1D09657F-9C4C-4771-8FE1-51E947C066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0740" y="2744880"/>
            <a:ext cx="6693060" cy="3144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15254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5BB01-1A83-452F-8CD4-081813653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types and variables. 5  minutes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ABD236-7C30-49EB-85E0-411238DCE6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Print your name (string), student number and age (int). </a:t>
            </a:r>
          </a:p>
        </p:txBody>
      </p:sp>
    </p:spTree>
    <p:extLst>
      <p:ext uri="{BB962C8B-B14F-4D97-AF65-F5344CB8AC3E}">
        <p14:creationId xmlns:p14="http://schemas.microsoft.com/office/powerpoint/2010/main" val="13960083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5D3B3-FE6E-4F07-9C4B-681444B4A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String Concatenation. 5 minutes</a:t>
            </a:r>
            <a:endParaRPr lang="en-GB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66BB53-243A-4B96-9D26-9DB40F7BFB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two string variables: </a:t>
            </a:r>
            <a:r>
              <a:rPr lang="en-GB" dirty="0" err="1"/>
              <a:t>firstName</a:t>
            </a:r>
            <a:r>
              <a:rPr lang="en-GB" dirty="0"/>
              <a:t> and </a:t>
            </a:r>
            <a:r>
              <a:rPr lang="en-GB" dirty="0" err="1"/>
              <a:t>lastName</a:t>
            </a:r>
            <a:r>
              <a:rPr lang="en-GB" dirty="0"/>
              <a:t>. Concatenate the strings to form the full name and print it using.</a:t>
            </a:r>
          </a:p>
          <a:p>
            <a:r>
              <a:rPr lang="en-GB" dirty="0"/>
              <a:t>-&gt; Sabina </a:t>
            </a:r>
          </a:p>
          <a:p>
            <a:r>
              <a:rPr lang="en-GB" dirty="0"/>
              <a:t>-&gt; </a:t>
            </a:r>
            <a:r>
              <a:rPr lang="en-GB" dirty="0" err="1"/>
              <a:t>Umirzakova</a:t>
            </a:r>
            <a:endParaRPr lang="en-GB" dirty="0"/>
          </a:p>
          <a:p>
            <a:r>
              <a:rPr lang="en-GB" dirty="0" err="1"/>
              <a:t>FullName</a:t>
            </a:r>
            <a:r>
              <a:rPr lang="en-GB" dirty="0"/>
              <a:t>: Sabina </a:t>
            </a:r>
            <a:r>
              <a:rPr lang="en-GB" dirty="0" err="1"/>
              <a:t>Umirzakova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357028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185</Words>
  <Application>Microsoft Office PowerPoint</Application>
  <PresentationFormat>Widescreen</PresentationFormat>
  <Paragraphs>23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More focus on </vt:lpstr>
      <vt:lpstr>Print Hello and Name. 5 minutes</vt:lpstr>
      <vt:lpstr>Sum of Two Numbers. 5 minutes</vt:lpstr>
      <vt:lpstr>Divide Two Numbers. 5 minutes</vt:lpstr>
      <vt:lpstr>Specified Operations Results. 10 minutes</vt:lpstr>
      <vt:lpstr>Data types and variables. 5  minutes</vt:lpstr>
      <vt:lpstr>String Concatenation. 5 minutes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Sabina</dc:creator>
  <cp:lastModifiedBy>Sabina</cp:lastModifiedBy>
  <cp:revision>19</cp:revision>
  <dcterms:created xsi:type="dcterms:W3CDTF">2025-09-17T06:46:00Z</dcterms:created>
  <dcterms:modified xsi:type="dcterms:W3CDTF">2025-09-17T07:17:24Z</dcterms:modified>
</cp:coreProperties>
</file>